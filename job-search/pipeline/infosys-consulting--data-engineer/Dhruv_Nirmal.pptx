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5" r:id="rId5"/>
    <p:sldMasterId id="2147483685" r:id="rId6"/>
  </p:sldMasterIdLst>
  <p:notesMasterIdLst>
    <p:notesMasterId r:id="rId8"/>
  </p:notesMasterIdLst>
  <p:sldIdLst>
    <p:sldId id="34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EDA1506-178D-ACC1-E6B1-0F2AABFA7F5B}" name="Khurram Mehmood" initials="KM" userId="S::khurram.mehmood@ad.infosys.com::0e2f9c04-b90b-4e45-ac08-af638544c83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CC3"/>
    <a:srgbClr val="007CC2"/>
    <a:srgbClr val="3A789B"/>
    <a:srgbClr val="FF5B5B"/>
    <a:srgbClr val="D6A15C"/>
    <a:srgbClr val="D7EBF8"/>
    <a:srgbClr val="F2F2F2"/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4DEC4-7B07-487E-826C-D79C306588F9}" type="datetimeFigureOut">
              <a:rPr lang="en-AU" smtClean="0"/>
              <a:t>25/06/2025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DE765-D526-4111-847C-C74BDF375AC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5586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37DAF-9F14-4855-A472-31735BBE792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8860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2.xml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tags" Target="../tags/tag6.xml"/><Relationship Id="rId4" Type="http://schemas.openxmlformats.org/officeDocument/2006/relationships/slideMaster" Target="../slideMasters/slideMaster3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4.emf"/><Relationship Id="rId7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3.xml"/><Relationship Id="rId4" Type="http://schemas.openxmlformats.org/officeDocument/2006/relationships/image" Target="../media/image3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4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3.xml"/><Relationship Id="rId3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eg"/><Relationship Id="rId3" Type="http://schemas.openxmlformats.org/officeDocument/2006/relationships/image" Target="../media/image8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796C536-FA14-F599-D9D8-8D0A0642F5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906"/>
          <a:stretch/>
        </p:blipFill>
        <p:spPr>
          <a:xfrm>
            <a:off x="999705" y="1778486"/>
            <a:ext cx="3010952" cy="539050"/>
          </a:xfrm>
          <a:prstGeom prst="rect">
            <a:avLst/>
          </a:prstGeom>
        </p:spPr>
      </p:pic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85ED5A37-6D79-3A7B-5541-57F1D988A8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0436" y="2619280"/>
            <a:ext cx="9717508" cy="1154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5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98734F1-CBD0-0BFF-7D24-83ED75DCF8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9705" y="3916113"/>
            <a:ext cx="9717508" cy="1154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00" b="1">
                <a:solidFill>
                  <a:srgbClr val="3599D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A3602628-FC32-A759-9AC2-9FCE8E105C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9400" y="4528426"/>
            <a:ext cx="9717508" cy="353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96515596-E94B-1B3D-D91A-513C9FCFDA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30416" y="269334"/>
            <a:ext cx="7038441" cy="353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3390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5">
            <a:extLst>
              <a:ext uri="{FF2B5EF4-FFF2-40B4-BE49-F238E27FC236}">
                <a16:creationId xmlns:a16="http://schemas.microsoft.com/office/drawing/2014/main" id="{E2281055-3E7E-6B43-9699-2ECC4716FBA6}"/>
              </a:ext>
            </a:extLst>
          </p:cNvPr>
          <p:cNvSpPr/>
          <p:nvPr userDrawn="1"/>
        </p:nvSpPr>
        <p:spPr>
          <a:xfrm flipV="1">
            <a:off x="342490" y="-4"/>
            <a:ext cx="11849511" cy="5598626"/>
          </a:xfrm>
          <a:custGeom>
            <a:avLst/>
            <a:gdLst>
              <a:gd name="connsiteX0" fmla="*/ 0 w 11849511"/>
              <a:gd name="connsiteY0" fmla="*/ 5598626 h 5598626"/>
              <a:gd name="connsiteX1" fmla="*/ 5242441 w 11849511"/>
              <a:gd name="connsiteY1" fmla="*/ 5598626 h 5598626"/>
              <a:gd name="connsiteX2" fmla="*/ 7795497 w 11849511"/>
              <a:gd name="connsiteY2" fmla="*/ 718408 h 5598626"/>
              <a:gd name="connsiteX3" fmla="*/ 11443683 w 11849511"/>
              <a:gd name="connsiteY3" fmla="*/ 2246863 h 5598626"/>
              <a:gd name="connsiteX4" fmla="*/ 11849511 w 11849511"/>
              <a:gd name="connsiteY4" fmla="*/ 2520015 h 5598626"/>
              <a:gd name="connsiteX5" fmla="*/ 11849511 w 11849511"/>
              <a:gd name="connsiteY5" fmla="*/ 1154733 h 5598626"/>
              <a:gd name="connsiteX6" fmla="*/ 11598119 w 11849511"/>
              <a:gd name="connsiteY6" fmla="*/ 1052618 h 5598626"/>
              <a:gd name="connsiteX7" fmla="*/ 6642904 w 11849511"/>
              <a:gd name="connsiteY7" fmla="*/ 0 h 5598626"/>
              <a:gd name="connsiteX8" fmla="*/ 0 w 11849511"/>
              <a:gd name="connsiteY8" fmla="*/ 5598626 h 5598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49511" h="5598626">
                <a:moveTo>
                  <a:pt x="0" y="5598626"/>
                </a:moveTo>
                <a:lnTo>
                  <a:pt x="5242441" y="5598626"/>
                </a:lnTo>
                <a:cubicBezTo>
                  <a:pt x="5242441" y="5598626"/>
                  <a:pt x="4635162" y="718408"/>
                  <a:pt x="7795497" y="718408"/>
                </a:cubicBezTo>
                <a:cubicBezTo>
                  <a:pt x="8980624" y="718408"/>
                  <a:pt x="10164008" y="1397721"/>
                  <a:pt x="11443683" y="2246863"/>
                </a:cubicBezTo>
                <a:lnTo>
                  <a:pt x="11849511" y="2520015"/>
                </a:lnTo>
                <a:lnTo>
                  <a:pt x="11849511" y="1154733"/>
                </a:lnTo>
                <a:lnTo>
                  <a:pt x="11598119" y="1052618"/>
                </a:lnTo>
                <a:cubicBezTo>
                  <a:pt x="10085993" y="455186"/>
                  <a:pt x="8444994" y="0"/>
                  <a:pt x="6642904" y="0"/>
                </a:cubicBezTo>
                <a:cubicBezTo>
                  <a:pt x="1388069" y="0"/>
                  <a:pt x="0" y="5598626"/>
                  <a:pt x="0" y="559862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bg1">
                  <a:lumMod val="95000"/>
                </a:schemeClr>
              </a:gs>
              <a:gs pos="83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 w="720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5C72345C-455C-F041-9415-59092CEEED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600" b="36176"/>
          <a:stretch/>
        </p:blipFill>
        <p:spPr>
          <a:xfrm>
            <a:off x="10192631" y="6393435"/>
            <a:ext cx="1649503" cy="25864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982F954-D1A0-3D4F-BD0D-35EF939F548A}"/>
              </a:ext>
            </a:extLst>
          </p:cNvPr>
          <p:cNvSpPr/>
          <p:nvPr userDrawn="1"/>
        </p:nvSpPr>
        <p:spPr bwMode="gray">
          <a:xfrm>
            <a:off x="312510" y="6483975"/>
            <a:ext cx="254349" cy="168101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r"/>
            <a:fld id="{7A58C72A-FAEE-4A7B-812F-151929DEA70F}" type="slidenum">
              <a:rPr lang="en-US" sz="800" b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pPr lvl="0" algn="r"/>
              <a:t>‹#›</a:t>
            </a:fld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FD38BD-C721-C949-85BA-8A9D7396BF4F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607142" y="6491233"/>
            <a:ext cx="3996000" cy="160844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l"/>
            <a:r>
              <a:rPr lang="en-GB" sz="800" b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Infosys Consulting 2021</a:t>
            </a:r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80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C271D0-04C7-4786-9C69-648EA750A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767840"/>
            <a:ext cx="4831080" cy="1669174"/>
          </a:xfrm>
        </p:spPr>
        <p:txBody>
          <a:bodyPr anchor="t" anchorCtr="0"/>
          <a:lstStyle>
            <a:lvl1pPr>
              <a:lnSpc>
                <a:spcPct val="86000"/>
              </a:lnSpc>
              <a:defRPr sz="5500" b="1" i="0">
                <a:solidFill>
                  <a:schemeClr val="tx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13DA66-54F3-4089-BBD8-0D1E7CB2EB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005013"/>
            <a:ext cx="4831080" cy="63214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1400" b="1" cap="all" spc="3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9A228A-F4B3-4CAD-AD89-A6B14083DD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733908"/>
            <a:ext cx="4831080" cy="2065337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20000"/>
              </a:lnSpc>
              <a:defRPr lang="en-US" sz="1400" b="0" spc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1204303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5">
            <a:extLst>
              <a:ext uri="{FF2B5EF4-FFF2-40B4-BE49-F238E27FC236}">
                <a16:creationId xmlns:a16="http://schemas.microsoft.com/office/drawing/2014/main" id="{E2281055-3E7E-6B43-9699-2ECC4716FBA6}"/>
              </a:ext>
            </a:extLst>
          </p:cNvPr>
          <p:cNvSpPr/>
          <p:nvPr userDrawn="1"/>
        </p:nvSpPr>
        <p:spPr>
          <a:xfrm flipV="1">
            <a:off x="342490" y="-4"/>
            <a:ext cx="11849511" cy="5598626"/>
          </a:xfrm>
          <a:custGeom>
            <a:avLst/>
            <a:gdLst>
              <a:gd name="connsiteX0" fmla="*/ 0 w 11849511"/>
              <a:gd name="connsiteY0" fmla="*/ 5598626 h 5598626"/>
              <a:gd name="connsiteX1" fmla="*/ 5242441 w 11849511"/>
              <a:gd name="connsiteY1" fmla="*/ 5598626 h 5598626"/>
              <a:gd name="connsiteX2" fmla="*/ 7795497 w 11849511"/>
              <a:gd name="connsiteY2" fmla="*/ 718408 h 5598626"/>
              <a:gd name="connsiteX3" fmla="*/ 11443683 w 11849511"/>
              <a:gd name="connsiteY3" fmla="*/ 2246863 h 5598626"/>
              <a:gd name="connsiteX4" fmla="*/ 11849511 w 11849511"/>
              <a:gd name="connsiteY4" fmla="*/ 2520015 h 5598626"/>
              <a:gd name="connsiteX5" fmla="*/ 11849511 w 11849511"/>
              <a:gd name="connsiteY5" fmla="*/ 1154733 h 5598626"/>
              <a:gd name="connsiteX6" fmla="*/ 11598119 w 11849511"/>
              <a:gd name="connsiteY6" fmla="*/ 1052618 h 5598626"/>
              <a:gd name="connsiteX7" fmla="*/ 6642904 w 11849511"/>
              <a:gd name="connsiteY7" fmla="*/ 0 h 5598626"/>
              <a:gd name="connsiteX8" fmla="*/ 0 w 11849511"/>
              <a:gd name="connsiteY8" fmla="*/ 5598626 h 5598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49511" h="5598626">
                <a:moveTo>
                  <a:pt x="0" y="5598626"/>
                </a:moveTo>
                <a:lnTo>
                  <a:pt x="5242441" y="5598626"/>
                </a:lnTo>
                <a:cubicBezTo>
                  <a:pt x="5242441" y="5598626"/>
                  <a:pt x="4635162" y="718408"/>
                  <a:pt x="7795497" y="718408"/>
                </a:cubicBezTo>
                <a:cubicBezTo>
                  <a:pt x="8980624" y="718408"/>
                  <a:pt x="10164008" y="1397721"/>
                  <a:pt x="11443683" y="2246863"/>
                </a:cubicBezTo>
                <a:lnTo>
                  <a:pt x="11849511" y="2520015"/>
                </a:lnTo>
                <a:lnTo>
                  <a:pt x="11849511" y="1154733"/>
                </a:lnTo>
                <a:lnTo>
                  <a:pt x="11598119" y="1052618"/>
                </a:lnTo>
                <a:cubicBezTo>
                  <a:pt x="10085993" y="455186"/>
                  <a:pt x="8444994" y="0"/>
                  <a:pt x="6642904" y="0"/>
                </a:cubicBezTo>
                <a:cubicBezTo>
                  <a:pt x="1388069" y="0"/>
                  <a:pt x="0" y="5598626"/>
                  <a:pt x="0" y="559862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bg1">
                  <a:lumMod val="95000"/>
                </a:schemeClr>
              </a:gs>
              <a:gs pos="83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 w="720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5C72345C-455C-F041-9415-59092CEEED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600" b="36176"/>
          <a:stretch/>
        </p:blipFill>
        <p:spPr>
          <a:xfrm>
            <a:off x="10192631" y="6393435"/>
            <a:ext cx="1649503" cy="25864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982F954-D1A0-3D4F-BD0D-35EF939F548A}"/>
              </a:ext>
            </a:extLst>
          </p:cNvPr>
          <p:cNvSpPr/>
          <p:nvPr userDrawn="1"/>
        </p:nvSpPr>
        <p:spPr bwMode="gray">
          <a:xfrm>
            <a:off x="312510" y="6483975"/>
            <a:ext cx="254349" cy="168101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r"/>
            <a:fld id="{7A58C72A-FAEE-4A7B-812F-151929DEA70F}" type="slidenum">
              <a:rPr lang="en-US" sz="800" b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pPr lvl="0" algn="r"/>
              <a:t>‹#›</a:t>
            </a:fld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FD38BD-C721-C949-85BA-8A9D7396BF4F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607142" y="6491233"/>
            <a:ext cx="3996000" cy="160844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l"/>
            <a:r>
              <a:rPr lang="en-GB" sz="800" b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Infosys Consulting 2021</a:t>
            </a:r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329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Titles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503279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7" imgH="346" progId="TCLayout.ActiveDocument.1">
                  <p:embed/>
                </p:oleObj>
              </mc:Choice>
              <mc:Fallback>
                <p:oleObj name="think-cell Slide" r:id="rId5" imgW="347" imgH="34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68E3D8-8637-454F-B115-5B77E5B5B76D}"/>
              </a:ext>
            </a:extLst>
          </p:cNvPr>
          <p:cNvSpPr/>
          <p:nvPr userDrawn="1"/>
        </p:nvSpPr>
        <p:spPr>
          <a:xfrm>
            <a:off x="350044" y="1372031"/>
            <a:ext cx="11542036" cy="48370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800" b="0" i="0">
              <a:latin typeface="Arial" charset="0"/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604335" y="1738689"/>
            <a:ext cx="11107020" cy="4281264"/>
          </a:xfrm>
          <a:prstGeom prst="rect">
            <a:avLst/>
          </a:prstGeom>
        </p:spPr>
        <p:txBody>
          <a:bodyPr lIns="0" tIns="0" rIns="0" bIns="0"/>
          <a:lstStyle>
            <a:lvl1pPr marL="112713" marR="0" indent="-112713" algn="l" defTabSz="457200" rtl="0" latinLnBrk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lang="en-US" sz="1400" b="0" i="0" u="none" strike="noStrike" cap="none" spc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defRPr>
            </a:lvl1pPr>
            <a:lvl2pPr marL="511175" indent="-285750">
              <a:lnSpc>
                <a:spcPct val="114000"/>
              </a:lnSpc>
              <a:spcBef>
                <a:spcPts val="0"/>
              </a:spcBef>
              <a:buFont typeface="Courier New" charset="0"/>
              <a:buChar char="o"/>
              <a:defRPr lang="en-US" sz="1400" b="0" i="0" u="none" strike="noStrike" cap="none" spc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defRPr>
            </a:lvl2pPr>
            <a:lvl3pPr marL="746125" indent="-171450">
              <a:lnSpc>
                <a:spcPct val="114000"/>
              </a:lnSpc>
              <a:spcBef>
                <a:spcPts val="0"/>
              </a:spcBef>
              <a:buFont typeface="Wingdings" charset="2"/>
              <a:buChar char="§"/>
              <a:defRPr lang="en-US" sz="1200" b="0" i="0" u="none" strike="noStrike" cap="none" spc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defRPr>
            </a:lvl3pPr>
            <a:lvl4pPr>
              <a:defRPr sz="16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>
              <a:defRPr>
                <a:latin typeface="Arial" charset="0"/>
                <a:ea typeface="Arial" charset="0"/>
                <a:cs typeface="Arial" charset="0"/>
              </a:defRPr>
            </a:lvl6pPr>
            <a:lvl7pPr>
              <a:defRPr>
                <a:latin typeface="Arial" charset="0"/>
                <a:ea typeface="Arial" charset="0"/>
                <a:cs typeface="Arial" charset="0"/>
              </a:defRPr>
            </a:lvl7pPr>
            <a:lvl8pPr>
              <a:defRPr>
                <a:latin typeface="Arial" charset="0"/>
                <a:ea typeface="Arial" charset="0"/>
                <a:cs typeface="Arial" charset="0"/>
              </a:defRPr>
            </a:lvl8pPr>
            <a:lvl9pPr>
              <a:defRPr>
                <a:latin typeface="Arial" charset="0"/>
                <a:ea typeface="Arial" charset="0"/>
                <a:cs typeface="Arial" charset="0"/>
              </a:defRPr>
            </a:lvl9pPr>
          </a:lstStyle>
          <a:p>
            <a:pPr lvl="0"/>
            <a:r>
              <a:rPr lang="en-US"/>
              <a:t>Click to edit text. Use the buttons “Increase List Level” and “Decrease List Level” for </a:t>
            </a:r>
            <a:r>
              <a:rPr lang="en-US" err="1"/>
              <a:t>copytext</a:t>
            </a:r>
            <a:r>
              <a:rPr lang="en-US"/>
              <a:t> or bullet levels.</a:t>
            </a:r>
          </a:p>
          <a:p>
            <a:pPr marL="400050" marR="0" lvl="1" indent="-174625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</a:pPr>
            <a:r>
              <a:rPr lang="en-US"/>
              <a:t>Second level</a:t>
            </a:r>
          </a:p>
          <a:p>
            <a:pPr marL="739775" marR="0" lvl="2" indent="-1651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</a:pPr>
            <a:r>
              <a:rPr lang="en-US"/>
              <a:t>Third level</a:t>
            </a:r>
          </a:p>
        </p:txBody>
      </p:sp>
      <p:pic>
        <p:nvPicPr>
          <p:cNvPr id="25" name="Picture 24" descr="Logo, company name&#10;&#10;Description automatically generated">
            <a:extLst>
              <a:ext uri="{FF2B5EF4-FFF2-40B4-BE49-F238E27FC236}">
                <a16:creationId xmlns:a16="http://schemas.microsoft.com/office/drawing/2014/main" id="{F70C5C84-56F5-B444-9177-950D0416C4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600" b="36176"/>
          <a:stretch/>
        </p:blipFill>
        <p:spPr>
          <a:xfrm>
            <a:off x="10192631" y="6393435"/>
            <a:ext cx="1649503" cy="258642"/>
          </a:xfrm>
          <a:prstGeom prst="rect">
            <a:avLst/>
          </a:prstGeom>
        </p:spPr>
      </p:pic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EFECF5D-0AA5-D443-9601-B1C19D3BFC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4334" y="442011"/>
            <a:ext cx="5914048" cy="3666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007CC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CD1A7A9-B819-7B4A-8A51-0737442DAF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4334" y="808669"/>
            <a:ext cx="11216681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775FD1-9F90-B84A-9B15-4B767658F234}"/>
              </a:ext>
            </a:extLst>
          </p:cNvPr>
          <p:cNvSpPr/>
          <p:nvPr userDrawn="1"/>
        </p:nvSpPr>
        <p:spPr bwMode="gray">
          <a:xfrm>
            <a:off x="312510" y="6483975"/>
            <a:ext cx="254349" cy="168101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r"/>
            <a:fld id="{7A58C72A-FAEE-4A7B-812F-151929DEA70F}" type="slidenum">
              <a:rPr lang="en-US" sz="800" b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pPr lvl="0" algn="r"/>
              <a:t>‹#›</a:t>
            </a:fld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26C43A-9708-DB40-9C60-A41D8C526FB8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gray">
          <a:xfrm>
            <a:off x="607142" y="6491233"/>
            <a:ext cx="3996000" cy="160844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l"/>
            <a:r>
              <a:rPr lang="en-GB" sz="800" b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Infosys Consulting 2023</a:t>
            </a:r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392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5">
            <a:extLst>
              <a:ext uri="{FF2B5EF4-FFF2-40B4-BE49-F238E27FC236}">
                <a16:creationId xmlns:a16="http://schemas.microsoft.com/office/drawing/2014/main" id="{23137FAB-50F3-4D4D-8D9C-96A960995EA2}"/>
              </a:ext>
            </a:extLst>
          </p:cNvPr>
          <p:cNvSpPr/>
          <p:nvPr userDrawn="1"/>
        </p:nvSpPr>
        <p:spPr>
          <a:xfrm flipV="1">
            <a:off x="342490" y="-4"/>
            <a:ext cx="11849511" cy="5598626"/>
          </a:xfrm>
          <a:custGeom>
            <a:avLst/>
            <a:gdLst>
              <a:gd name="connsiteX0" fmla="*/ 0 w 11849511"/>
              <a:gd name="connsiteY0" fmla="*/ 5598626 h 5598626"/>
              <a:gd name="connsiteX1" fmla="*/ 5242441 w 11849511"/>
              <a:gd name="connsiteY1" fmla="*/ 5598626 h 5598626"/>
              <a:gd name="connsiteX2" fmla="*/ 7795497 w 11849511"/>
              <a:gd name="connsiteY2" fmla="*/ 718408 h 5598626"/>
              <a:gd name="connsiteX3" fmla="*/ 11443683 w 11849511"/>
              <a:gd name="connsiteY3" fmla="*/ 2246863 h 5598626"/>
              <a:gd name="connsiteX4" fmla="*/ 11849511 w 11849511"/>
              <a:gd name="connsiteY4" fmla="*/ 2520015 h 5598626"/>
              <a:gd name="connsiteX5" fmla="*/ 11849511 w 11849511"/>
              <a:gd name="connsiteY5" fmla="*/ 1154733 h 5598626"/>
              <a:gd name="connsiteX6" fmla="*/ 11598119 w 11849511"/>
              <a:gd name="connsiteY6" fmla="*/ 1052618 h 5598626"/>
              <a:gd name="connsiteX7" fmla="*/ 6642904 w 11849511"/>
              <a:gd name="connsiteY7" fmla="*/ 0 h 5598626"/>
              <a:gd name="connsiteX8" fmla="*/ 0 w 11849511"/>
              <a:gd name="connsiteY8" fmla="*/ 5598626 h 5598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49511" h="5598626">
                <a:moveTo>
                  <a:pt x="0" y="5598626"/>
                </a:moveTo>
                <a:lnTo>
                  <a:pt x="5242441" y="5598626"/>
                </a:lnTo>
                <a:cubicBezTo>
                  <a:pt x="5242441" y="5598626"/>
                  <a:pt x="4635162" y="718408"/>
                  <a:pt x="7795497" y="718408"/>
                </a:cubicBezTo>
                <a:cubicBezTo>
                  <a:pt x="8980624" y="718408"/>
                  <a:pt x="10164008" y="1397721"/>
                  <a:pt x="11443683" y="2246863"/>
                </a:cubicBezTo>
                <a:lnTo>
                  <a:pt x="11849511" y="2520015"/>
                </a:lnTo>
                <a:lnTo>
                  <a:pt x="11849511" y="1154733"/>
                </a:lnTo>
                <a:lnTo>
                  <a:pt x="11598119" y="1052618"/>
                </a:lnTo>
                <a:cubicBezTo>
                  <a:pt x="10085993" y="455186"/>
                  <a:pt x="8444994" y="0"/>
                  <a:pt x="6642904" y="0"/>
                </a:cubicBezTo>
                <a:cubicBezTo>
                  <a:pt x="1388069" y="0"/>
                  <a:pt x="0" y="5598626"/>
                  <a:pt x="0" y="559862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bg1">
                  <a:lumMod val="95000"/>
                </a:schemeClr>
              </a:gs>
              <a:gs pos="83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 w="720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17" name="Picture 16" descr="Logo, company name&#10;&#10;Description automatically generated">
            <a:extLst>
              <a:ext uri="{FF2B5EF4-FFF2-40B4-BE49-F238E27FC236}">
                <a16:creationId xmlns:a16="http://schemas.microsoft.com/office/drawing/2014/main" id="{553D5FB2-8464-0541-9856-C5575CAA9E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600" b="36176"/>
          <a:stretch/>
        </p:blipFill>
        <p:spPr>
          <a:xfrm>
            <a:off x="10192631" y="6393435"/>
            <a:ext cx="1649503" cy="2586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B30B5E0-ECC2-FB49-8184-74E272C54129}"/>
              </a:ext>
            </a:extLst>
          </p:cNvPr>
          <p:cNvSpPr/>
          <p:nvPr userDrawn="1"/>
        </p:nvSpPr>
        <p:spPr bwMode="gray">
          <a:xfrm>
            <a:off x="312510" y="6483975"/>
            <a:ext cx="254349" cy="168101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r"/>
            <a:fld id="{7A58C72A-FAEE-4A7B-812F-151929DEA70F}" type="slidenum">
              <a:rPr lang="en-US" sz="800" b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pPr lvl="0" algn="r"/>
              <a:t>‹#›</a:t>
            </a:fld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06AAE1-9D8D-1142-9AA5-9CB56AD5E65D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607142" y="6491233"/>
            <a:ext cx="3996000" cy="160844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l"/>
            <a:r>
              <a:rPr lang="en-GB" sz="800" b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Infosys Consulting 2023</a:t>
            </a:r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3176877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7" imgH="346" progId="TCLayout.ActiveDocument.1">
                  <p:embed/>
                </p:oleObj>
              </mc:Choice>
              <mc:Fallback>
                <p:oleObj name="think-cell Slide" r:id="rId5" imgW="347" imgH="34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350044" y="1182914"/>
            <a:ext cx="11541919" cy="4837039"/>
          </a:xfrm>
          <a:prstGeom prst="rect">
            <a:avLst/>
          </a:prstGeom>
        </p:spPr>
        <p:txBody>
          <a:bodyPr lIns="0" tIns="0" rIns="0" bIns="0"/>
          <a:lstStyle>
            <a:lvl1pPr marL="112713" marR="0" indent="-112713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lang="en-US" sz="1600" b="0" i="0" u="none" strike="noStrike" cap="none" spc="0" baseline="0" dirty="0" smtClean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defRPr>
            </a:lvl1pPr>
            <a:lvl2pPr marL="511175" indent="-285750">
              <a:buFont typeface="Courier New" charset="0"/>
              <a:buChar char="o"/>
              <a:defRPr lang="en-US" sz="1600" b="0" i="0" u="none" strike="noStrike" cap="none" spc="0" baseline="0" dirty="0" smtClean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defRPr>
            </a:lvl2pPr>
            <a:lvl3pPr marL="746125" indent="-171450">
              <a:buFont typeface="Wingdings" charset="2"/>
              <a:buChar char="§"/>
              <a:defRPr lang="en-US" sz="1600" b="0" i="0" u="none" strike="noStrike" cap="none" spc="0" baseline="0" dirty="0" smtClean="0">
                <a:ln>
                  <a:noFill/>
                </a:ln>
                <a:solidFill>
                  <a:schemeClr val="tx1"/>
                </a:solidFill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defRPr>
            </a:lvl3pPr>
            <a:lvl4pPr>
              <a:defRPr sz="16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>
              <a:defRPr>
                <a:latin typeface="Arial" charset="0"/>
                <a:ea typeface="Arial" charset="0"/>
                <a:cs typeface="Arial" charset="0"/>
              </a:defRPr>
            </a:lvl6pPr>
            <a:lvl7pPr>
              <a:defRPr>
                <a:latin typeface="Arial" charset="0"/>
                <a:ea typeface="Arial" charset="0"/>
                <a:cs typeface="Arial" charset="0"/>
              </a:defRPr>
            </a:lvl7pPr>
            <a:lvl8pPr>
              <a:defRPr>
                <a:latin typeface="Arial" charset="0"/>
                <a:ea typeface="Arial" charset="0"/>
                <a:cs typeface="Arial" charset="0"/>
              </a:defRPr>
            </a:lvl8pPr>
            <a:lvl9pPr>
              <a:defRPr>
                <a:latin typeface="Arial" charset="0"/>
                <a:ea typeface="Arial" charset="0"/>
                <a:cs typeface="Arial" charset="0"/>
              </a:defRPr>
            </a:lvl9pPr>
          </a:lstStyle>
          <a:p>
            <a:pPr lvl="0"/>
            <a:r>
              <a:rPr lang="en-US"/>
              <a:t>Click to edit text. Use the buttons “Increase List Level” and “Decrease List Level” for </a:t>
            </a:r>
            <a:r>
              <a:rPr lang="en-US" err="1"/>
              <a:t>copytext</a:t>
            </a:r>
            <a:r>
              <a:rPr lang="en-US"/>
              <a:t> or bullet levels.</a:t>
            </a:r>
          </a:p>
          <a:p>
            <a:pPr marL="400050" marR="0" lvl="1" indent="-174625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</a:pPr>
            <a:r>
              <a:rPr lang="en-US"/>
              <a:t>Second level</a:t>
            </a:r>
          </a:p>
          <a:p>
            <a:pPr marL="739775" marR="0" lvl="2" indent="-165100" algn="l" defTabSz="4572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</a:pPr>
            <a:r>
              <a:rPr lang="en-US"/>
              <a:t>Third level</a:t>
            </a:r>
          </a:p>
        </p:txBody>
      </p:sp>
      <p:sp>
        <p:nvSpPr>
          <p:cNvPr id="19" name="Shape 40"/>
          <p:cNvSpPr>
            <a:spLocks noGrp="1"/>
          </p:cNvSpPr>
          <p:nvPr>
            <p:ph type="title" hasCustomPrompt="1"/>
          </p:nvPr>
        </p:nvSpPr>
        <p:spPr>
          <a:xfrm>
            <a:off x="348955" y="364632"/>
            <a:ext cx="11543008" cy="71466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121749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5">
            <a:extLst>
              <a:ext uri="{FF2B5EF4-FFF2-40B4-BE49-F238E27FC236}">
                <a16:creationId xmlns:a16="http://schemas.microsoft.com/office/drawing/2014/main" id="{119B668F-324E-8C4A-9813-CFC6B03EA288}"/>
              </a:ext>
            </a:extLst>
          </p:cNvPr>
          <p:cNvSpPr/>
          <p:nvPr userDrawn="1"/>
        </p:nvSpPr>
        <p:spPr>
          <a:xfrm flipV="1">
            <a:off x="342490" y="-4"/>
            <a:ext cx="11849511" cy="5598626"/>
          </a:xfrm>
          <a:custGeom>
            <a:avLst/>
            <a:gdLst>
              <a:gd name="connsiteX0" fmla="*/ 0 w 11849511"/>
              <a:gd name="connsiteY0" fmla="*/ 5598626 h 5598626"/>
              <a:gd name="connsiteX1" fmla="*/ 5242441 w 11849511"/>
              <a:gd name="connsiteY1" fmla="*/ 5598626 h 5598626"/>
              <a:gd name="connsiteX2" fmla="*/ 7795497 w 11849511"/>
              <a:gd name="connsiteY2" fmla="*/ 718408 h 5598626"/>
              <a:gd name="connsiteX3" fmla="*/ 11443683 w 11849511"/>
              <a:gd name="connsiteY3" fmla="*/ 2246863 h 5598626"/>
              <a:gd name="connsiteX4" fmla="*/ 11849511 w 11849511"/>
              <a:gd name="connsiteY4" fmla="*/ 2520015 h 5598626"/>
              <a:gd name="connsiteX5" fmla="*/ 11849511 w 11849511"/>
              <a:gd name="connsiteY5" fmla="*/ 1154733 h 5598626"/>
              <a:gd name="connsiteX6" fmla="*/ 11598119 w 11849511"/>
              <a:gd name="connsiteY6" fmla="*/ 1052618 h 5598626"/>
              <a:gd name="connsiteX7" fmla="*/ 6642904 w 11849511"/>
              <a:gd name="connsiteY7" fmla="*/ 0 h 5598626"/>
              <a:gd name="connsiteX8" fmla="*/ 0 w 11849511"/>
              <a:gd name="connsiteY8" fmla="*/ 5598626 h 5598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49511" h="5598626">
                <a:moveTo>
                  <a:pt x="0" y="5598626"/>
                </a:moveTo>
                <a:lnTo>
                  <a:pt x="5242441" y="5598626"/>
                </a:lnTo>
                <a:cubicBezTo>
                  <a:pt x="5242441" y="5598626"/>
                  <a:pt x="4635162" y="718408"/>
                  <a:pt x="7795497" y="718408"/>
                </a:cubicBezTo>
                <a:cubicBezTo>
                  <a:pt x="8980624" y="718408"/>
                  <a:pt x="10164008" y="1397721"/>
                  <a:pt x="11443683" y="2246863"/>
                </a:cubicBezTo>
                <a:lnTo>
                  <a:pt x="11849511" y="2520015"/>
                </a:lnTo>
                <a:lnTo>
                  <a:pt x="11849511" y="1154733"/>
                </a:lnTo>
                <a:lnTo>
                  <a:pt x="11598119" y="1052618"/>
                </a:lnTo>
                <a:cubicBezTo>
                  <a:pt x="10085993" y="455186"/>
                  <a:pt x="8444994" y="0"/>
                  <a:pt x="6642904" y="0"/>
                </a:cubicBezTo>
                <a:cubicBezTo>
                  <a:pt x="1388069" y="0"/>
                  <a:pt x="0" y="5598626"/>
                  <a:pt x="0" y="559862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bg1">
                  <a:lumMod val="95000"/>
                </a:schemeClr>
              </a:gs>
              <a:gs pos="83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 w="720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12" name="Picture 11" descr="Logo, company name&#10;&#10;Description automatically generated">
            <a:extLst>
              <a:ext uri="{FF2B5EF4-FFF2-40B4-BE49-F238E27FC236}">
                <a16:creationId xmlns:a16="http://schemas.microsoft.com/office/drawing/2014/main" id="{CC53E5A6-9AC6-634D-B5D9-274DFBF26D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600" b="36176"/>
          <a:stretch/>
        </p:blipFill>
        <p:spPr>
          <a:xfrm>
            <a:off x="10192631" y="6393435"/>
            <a:ext cx="1649503" cy="25864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28E1B1D-F506-2F4B-82A4-8BFE11F29C95}"/>
              </a:ext>
            </a:extLst>
          </p:cNvPr>
          <p:cNvSpPr/>
          <p:nvPr userDrawn="1"/>
        </p:nvSpPr>
        <p:spPr bwMode="gray">
          <a:xfrm>
            <a:off x="312510" y="6483975"/>
            <a:ext cx="254349" cy="168101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r"/>
            <a:fld id="{7A58C72A-FAEE-4A7B-812F-151929DEA70F}" type="slidenum">
              <a:rPr lang="en-US" sz="800" b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pPr lvl="0" algn="r"/>
              <a:t>‹#›</a:t>
            </a:fld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171A9A-9BCB-DA47-AD82-6CA8E33B9D9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607142" y="6491233"/>
            <a:ext cx="3996000" cy="160844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l"/>
            <a:r>
              <a:rPr lang="en-GB" sz="800" b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Infosys Consulting 2023</a:t>
            </a:r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Shape 40">
            <a:extLst>
              <a:ext uri="{FF2B5EF4-FFF2-40B4-BE49-F238E27FC236}">
                <a16:creationId xmlns:a16="http://schemas.microsoft.com/office/drawing/2014/main" id="{D18E25A5-F0D1-C849-8A22-74D9F33D89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955" y="364632"/>
            <a:ext cx="11543008" cy="71466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942222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5">
            <a:extLst>
              <a:ext uri="{FF2B5EF4-FFF2-40B4-BE49-F238E27FC236}">
                <a16:creationId xmlns:a16="http://schemas.microsoft.com/office/drawing/2014/main" id="{4046EEE0-1F0F-9649-9578-23D82245722B}"/>
              </a:ext>
            </a:extLst>
          </p:cNvPr>
          <p:cNvSpPr/>
          <p:nvPr userDrawn="1"/>
        </p:nvSpPr>
        <p:spPr>
          <a:xfrm flipV="1">
            <a:off x="342490" y="-4"/>
            <a:ext cx="11849511" cy="5598626"/>
          </a:xfrm>
          <a:custGeom>
            <a:avLst/>
            <a:gdLst>
              <a:gd name="connsiteX0" fmla="*/ 0 w 11849511"/>
              <a:gd name="connsiteY0" fmla="*/ 5598626 h 5598626"/>
              <a:gd name="connsiteX1" fmla="*/ 5242441 w 11849511"/>
              <a:gd name="connsiteY1" fmla="*/ 5598626 h 5598626"/>
              <a:gd name="connsiteX2" fmla="*/ 7795497 w 11849511"/>
              <a:gd name="connsiteY2" fmla="*/ 718408 h 5598626"/>
              <a:gd name="connsiteX3" fmla="*/ 11443683 w 11849511"/>
              <a:gd name="connsiteY3" fmla="*/ 2246863 h 5598626"/>
              <a:gd name="connsiteX4" fmla="*/ 11849511 w 11849511"/>
              <a:gd name="connsiteY4" fmla="*/ 2520015 h 5598626"/>
              <a:gd name="connsiteX5" fmla="*/ 11849511 w 11849511"/>
              <a:gd name="connsiteY5" fmla="*/ 1154733 h 5598626"/>
              <a:gd name="connsiteX6" fmla="*/ 11598119 w 11849511"/>
              <a:gd name="connsiteY6" fmla="*/ 1052618 h 5598626"/>
              <a:gd name="connsiteX7" fmla="*/ 6642904 w 11849511"/>
              <a:gd name="connsiteY7" fmla="*/ 0 h 5598626"/>
              <a:gd name="connsiteX8" fmla="*/ 0 w 11849511"/>
              <a:gd name="connsiteY8" fmla="*/ 5598626 h 5598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49511" h="5598626">
                <a:moveTo>
                  <a:pt x="0" y="5598626"/>
                </a:moveTo>
                <a:lnTo>
                  <a:pt x="5242441" y="5598626"/>
                </a:lnTo>
                <a:cubicBezTo>
                  <a:pt x="5242441" y="5598626"/>
                  <a:pt x="4635162" y="718408"/>
                  <a:pt x="7795497" y="718408"/>
                </a:cubicBezTo>
                <a:cubicBezTo>
                  <a:pt x="8980624" y="718408"/>
                  <a:pt x="10164008" y="1397721"/>
                  <a:pt x="11443683" y="2246863"/>
                </a:cubicBezTo>
                <a:lnTo>
                  <a:pt x="11849511" y="2520015"/>
                </a:lnTo>
                <a:lnTo>
                  <a:pt x="11849511" y="1154733"/>
                </a:lnTo>
                <a:lnTo>
                  <a:pt x="11598119" y="1052618"/>
                </a:lnTo>
                <a:cubicBezTo>
                  <a:pt x="10085993" y="455186"/>
                  <a:pt x="8444994" y="0"/>
                  <a:pt x="6642904" y="0"/>
                </a:cubicBezTo>
                <a:cubicBezTo>
                  <a:pt x="1388069" y="0"/>
                  <a:pt x="0" y="5598626"/>
                  <a:pt x="0" y="559862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bg1">
                  <a:lumMod val="95000"/>
                </a:schemeClr>
              </a:gs>
              <a:gs pos="83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 w="720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11" name="Picture 10" descr="Logo, company name&#10;&#10;Description automatically generated">
            <a:extLst>
              <a:ext uri="{FF2B5EF4-FFF2-40B4-BE49-F238E27FC236}">
                <a16:creationId xmlns:a16="http://schemas.microsoft.com/office/drawing/2014/main" id="{1E460334-FF1D-0E46-9309-08317DB3D8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600" b="36176"/>
          <a:stretch/>
        </p:blipFill>
        <p:spPr>
          <a:xfrm>
            <a:off x="10192631" y="6393435"/>
            <a:ext cx="1649503" cy="2586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68E3D8-8637-454F-B115-5B77E5B5B76D}"/>
              </a:ext>
            </a:extLst>
          </p:cNvPr>
          <p:cNvSpPr/>
          <p:nvPr userDrawn="1"/>
        </p:nvSpPr>
        <p:spPr>
          <a:xfrm>
            <a:off x="350044" y="333829"/>
            <a:ext cx="11488253" cy="58752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1" b="0" i="0">
              <a:latin typeface="Arial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8145" y="-327741"/>
            <a:ext cx="907027" cy="5478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999">
                <a:solidFill>
                  <a:schemeClr val="bg1"/>
                </a:solidFill>
                <a:latin typeface="Arial" charset="0"/>
              </a:rPr>
              <a:t>“</a:t>
            </a:r>
            <a:endParaRPr lang="ru-RU" sz="34999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735138" y="2336800"/>
            <a:ext cx="9382125" cy="253274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>
                <a:solidFill>
                  <a:srgbClr val="53535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2"/>
          <p:cNvSpPr>
            <a:spLocks noGrp="1"/>
          </p:cNvSpPr>
          <p:nvPr>
            <p:ph type="body" sz="quarter" idx="21"/>
          </p:nvPr>
        </p:nvSpPr>
        <p:spPr>
          <a:xfrm>
            <a:off x="1735137" y="4991350"/>
            <a:ext cx="9382125" cy="3184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200" b="0" i="1">
                <a:solidFill>
                  <a:srgbClr val="53535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060B35-8BE4-B34D-BA8A-5F64EDB1847E}"/>
              </a:ext>
            </a:extLst>
          </p:cNvPr>
          <p:cNvSpPr/>
          <p:nvPr userDrawn="1"/>
        </p:nvSpPr>
        <p:spPr bwMode="gray">
          <a:xfrm>
            <a:off x="312510" y="6483975"/>
            <a:ext cx="254349" cy="168101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r"/>
            <a:fld id="{7A58C72A-FAEE-4A7B-812F-151929DEA70F}" type="slidenum">
              <a:rPr lang="en-US" sz="800" b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pPr lvl="0" algn="r"/>
              <a:t>‹#›</a:t>
            </a:fld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81D264-351A-FE4A-A93D-B08B1686DAD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607142" y="6491233"/>
            <a:ext cx="3996000" cy="160844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l"/>
            <a:r>
              <a:rPr lang="en-GB" sz="800" b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Infosys Consulting 2021</a:t>
            </a:r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981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5">
            <a:extLst>
              <a:ext uri="{FF2B5EF4-FFF2-40B4-BE49-F238E27FC236}">
                <a16:creationId xmlns:a16="http://schemas.microsoft.com/office/drawing/2014/main" id="{AF465A60-F67B-004E-B0EF-6A0E19639EC1}"/>
              </a:ext>
            </a:extLst>
          </p:cNvPr>
          <p:cNvSpPr/>
          <p:nvPr userDrawn="1"/>
        </p:nvSpPr>
        <p:spPr>
          <a:xfrm flipV="1">
            <a:off x="342490" y="-4"/>
            <a:ext cx="11849511" cy="5598626"/>
          </a:xfrm>
          <a:custGeom>
            <a:avLst/>
            <a:gdLst>
              <a:gd name="connsiteX0" fmla="*/ 0 w 11849511"/>
              <a:gd name="connsiteY0" fmla="*/ 5598626 h 5598626"/>
              <a:gd name="connsiteX1" fmla="*/ 5242441 w 11849511"/>
              <a:gd name="connsiteY1" fmla="*/ 5598626 h 5598626"/>
              <a:gd name="connsiteX2" fmla="*/ 7795497 w 11849511"/>
              <a:gd name="connsiteY2" fmla="*/ 718408 h 5598626"/>
              <a:gd name="connsiteX3" fmla="*/ 11443683 w 11849511"/>
              <a:gd name="connsiteY3" fmla="*/ 2246863 h 5598626"/>
              <a:gd name="connsiteX4" fmla="*/ 11849511 w 11849511"/>
              <a:gd name="connsiteY4" fmla="*/ 2520015 h 5598626"/>
              <a:gd name="connsiteX5" fmla="*/ 11849511 w 11849511"/>
              <a:gd name="connsiteY5" fmla="*/ 1154733 h 5598626"/>
              <a:gd name="connsiteX6" fmla="*/ 11598119 w 11849511"/>
              <a:gd name="connsiteY6" fmla="*/ 1052618 h 5598626"/>
              <a:gd name="connsiteX7" fmla="*/ 6642904 w 11849511"/>
              <a:gd name="connsiteY7" fmla="*/ 0 h 5598626"/>
              <a:gd name="connsiteX8" fmla="*/ 0 w 11849511"/>
              <a:gd name="connsiteY8" fmla="*/ 5598626 h 5598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49511" h="5598626">
                <a:moveTo>
                  <a:pt x="0" y="5598626"/>
                </a:moveTo>
                <a:lnTo>
                  <a:pt x="5242441" y="5598626"/>
                </a:lnTo>
                <a:cubicBezTo>
                  <a:pt x="5242441" y="5598626"/>
                  <a:pt x="4635162" y="718408"/>
                  <a:pt x="7795497" y="718408"/>
                </a:cubicBezTo>
                <a:cubicBezTo>
                  <a:pt x="8980624" y="718408"/>
                  <a:pt x="10164008" y="1397721"/>
                  <a:pt x="11443683" y="2246863"/>
                </a:cubicBezTo>
                <a:lnTo>
                  <a:pt x="11849511" y="2520015"/>
                </a:lnTo>
                <a:lnTo>
                  <a:pt x="11849511" y="1154733"/>
                </a:lnTo>
                <a:lnTo>
                  <a:pt x="11598119" y="1052618"/>
                </a:lnTo>
                <a:cubicBezTo>
                  <a:pt x="10085993" y="455186"/>
                  <a:pt x="8444994" y="0"/>
                  <a:pt x="6642904" y="0"/>
                </a:cubicBezTo>
                <a:cubicBezTo>
                  <a:pt x="1388069" y="0"/>
                  <a:pt x="0" y="5598626"/>
                  <a:pt x="0" y="559862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bg1">
                  <a:lumMod val="95000"/>
                </a:schemeClr>
              </a:gs>
              <a:gs pos="83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 w="720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35" name="Picture 34" descr="Logo, company name&#10;&#10;Description automatically generated">
            <a:extLst>
              <a:ext uri="{FF2B5EF4-FFF2-40B4-BE49-F238E27FC236}">
                <a16:creationId xmlns:a16="http://schemas.microsoft.com/office/drawing/2014/main" id="{65B472EA-89B3-1E43-9FCD-50EBD911C6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600" b="36176"/>
          <a:stretch/>
        </p:blipFill>
        <p:spPr>
          <a:xfrm>
            <a:off x="10192631" y="6393435"/>
            <a:ext cx="1649503" cy="25864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CB68E3D8-8637-454F-B115-5B77E5B5B76D}"/>
              </a:ext>
            </a:extLst>
          </p:cNvPr>
          <p:cNvSpPr/>
          <p:nvPr userDrawn="1"/>
        </p:nvSpPr>
        <p:spPr>
          <a:xfrm>
            <a:off x="350044" y="1161737"/>
            <a:ext cx="11488253" cy="50473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1" b="0" i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7" name="Text Placeholder 32"/>
          <p:cNvSpPr>
            <a:spLocks noGrp="1"/>
          </p:cNvSpPr>
          <p:nvPr>
            <p:ph type="body" sz="quarter" idx="21"/>
          </p:nvPr>
        </p:nvSpPr>
        <p:spPr>
          <a:xfrm>
            <a:off x="797394" y="2694490"/>
            <a:ext cx="1828800" cy="3184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5B9BD5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1114893" y="1416495"/>
            <a:ext cx="1193803" cy="1193803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 sz="1200">
                <a:solidFill>
                  <a:schemeClr val="accent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/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3306707" y="1416495"/>
            <a:ext cx="1193803" cy="1193803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 sz="1200">
                <a:solidFill>
                  <a:schemeClr val="accent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498520" y="1416495"/>
            <a:ext cx="1193803" cy="1193803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 sz="1200">
                <a:solidFill>
                  <a:schemeClr val="accent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/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7690333" y="1416495"/>
            <a:ext cx="1193803" cy="1193803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/>
          <a:lstStyle>
            <a:lvl1pPr>
              <a:defRPr lang="en-US" sz="1200">
                <a:solidFill>
                  <a:schemeClr val="accent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20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9882148" y="1416495"/>
            <a:ext cx="1193803" cy="1193803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/>
          <a:lstStyle>
            <a:lvl1pPr>
              <a:defRPr lang="en-US" sz="1200" dirty="0">
                <a:solidFill>
                  <a:schemeClr val="accent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1114893" y="3713041"/>
            <a:ext cx="1193803" cy="1193803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/>
          <a:lstStyle>
            <a:lvl1pPr>
              <a:defRPr lang="en-US" sz="1200" dirty="0">
                <a:solidFill>
                  <a:schemeClr val="accent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22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3306707" y="3713041"/>
            <a:ext cx="1193803" cy="1193803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/>
          <a:lstStyle>
            <a:lvl1pPr>
              <a:defRPr lang="en-US" sz="1200">
                <a:solidFill>
                  <a:schemeClr val="accent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498520" y="3713041"/>
            <a:ext cx="1193803" cy="1193803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/>
          <a:lstStyle>
            <a:lvl1pPr>
              <a:defRPr lang="en-US" sz="1200">
                <a:solidFill>
                  <a:schemeClr val="accent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24" name="Picture Placeholder 9"/>
          <p:cNvSpPr>
            <a:spLocks noGrp="1"/>
          </p:cNvSpPr>
          <p:nvPr>
            <p:ph type="pic" sz="quarter" idx="19"/>
          </p:nvPr>
        </p:nvSpPr>
        <p:spPr>
          <a:xfrm>
            <a:off x="7690333" y="3713041"/>
            <a:ext cx="1193803" cy="1193803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/>
          <a:lstStyle>
            <a:lvl1pPr>
              <a:defRPr lang="en-US" sz="1200">
                <a:solidFill>
                  <a:schemeClr val="accent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20"/>
          </p:nvPr>
        </p:nvSpPr>
        <p:spPr>
          <a:xfrm>
            <a:off x="9882148" y="3713041"/>
            <a:ext cx="1193803" cy="1193803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/>
          <a:lstStyle>
            <a:lvl1pPr>
              <a:defRPr lang="en-US" sz="1200">
                <a:solidFill>
                  <a:schemeClr val="accent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39" name="Text Placeholder 32"/>
          <p:cNvSpPr>
            <a:spLocks noGrp="1"/>
          </p:cNvSpPr>
          <p:nvPr>
            <p:ph type="body" sz="quarter" idx="22"/>
          </p:nvPr>
        </p:nvSpPr>
        <p:spPr>
          <a:xfrm>
            <a:off x="797394" y="5009474"/>
            <a:ext cx="1828800" cy="3184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5B9BD5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2"/>
          <p:cNvSpPr>
            <a:spLocks noGrp="1"/>
          </p:cNvSpPr>
          <p:nvPr>
            <p:ph type="body" sz="quarter" idx="23"/>
          </p:nvPr>
        </p:nvSpPr>
        <p:spPr>
          <a:xfrm>
            <a:off x="2979762" y="2694490"/>
            <a:ext cx="1828800" cy="3184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5B9BD5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2"/>
          <p:cNvSpPr>
            <a:spLocks noGrp="1"/>
          </p:cNvSpPr>
          <p:nvPr>
            <p:ph type="body" sz="quarter" idx="24"/>
          </p:nvPr>
        </p:nvSpPr>
        <p:spPr>
          <a:xfrm>
            <a:off x="2979762" y="5009474"/>
            <a:ext cx="1828800" cy="3184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5B9BD5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2"/>
          <p:cNvSpPr>
            <a:spLocks noGrp="1"/>
          </p:cNvSpPr>
          <p:nvPr>
            <p:ph type="body" sz="quarter" idx="25"/>
          </p:nvPr>
        </p:nvSpPr>
        <p:spPr>
          <a:xfrm>
            <a:off x="5162130" y="2694490"/>
            <a:ext cx="1828800" cy="3184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5B9BD5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32"/>
          <p:cNvSpPr>
            <a:spLocks noGrp="1"/>
          </p:cNvSpPr>
          <p:nvPr>
            <p:ph type="body" sz="quarter" idx="26"/>
          </p:nvPr>
        </p:nvSpPr>
        <p:spPr>
          <a:xfrm>
            <a:off x="5162130" y="5009474"/>
            <a:ext cx="1828800" cy="3184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5B9BD5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2"/>
          <p:cNvSpPr>
            <a:spLocks noGrp="1"/>
          </p:cNvSpPr>
          <p:nvPr>
            <p:ph type="body" sz="quarter" idx="27"/>
          </p:nvPr>
        </p:nvSpPr>
        <p:spPr>
          <a:xfrm>
            <a:off x="7344498" y="2694490"/>
            <a:ext cx="1828800" cy="3184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5B9BD5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32"/>
          <p:cNvSpPr>
            <a:spLocks noGrp="1"/>
          </p:cNvSpPr>
          <p:nvPr>
            <p:ph type="body" sz="quarter" idx="28"/>
          </p:nvPr>
        </p:nvSpPr>
        <p:spPr>
          <a:xfrm>
            <a:off x="7344498" y="5009474"/>
            <a:ext cx="1828800" cy="3184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5B9BD5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2"/>
          <p:cNvSpPr>
            <a:spLocks noGrp="1"/>
          </p:cNvSpPr>
          <p:nvPr>
            <p:ph type="body" sz="quarter" idx="29"/>
          </p:nvPr>
        </p:nvSpPr>
        <p:spPr>
          <a:xfrm>
            <a:off x="9526866" y="2694490"/>
            <a:ext cx="1828800" cy="3184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5B9BD5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2"/>
          <p:cNvSpPr>
            <a:spLocks noGrp="1"/>
          </p:cNvSpPr>
          <p:nvPr>
            <p:ph type="body" sz="quarter" idx="30"/>
          </p:nvPr>
        </p:nvSpPr>
        <p:spPr>
          <a:xfrm>
            <a:off x="9526866" y="5009474"/>
            <a:ext cx="1828800" cy="3184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5B9BD5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2A5D0B7-D398-9043-A15D-E020F0E40FE3}"/>
              </a:ext>
            </a:extLst>
          </p:cNvPr>
          <p:cNvSpPr/>
          <p:nvPr userDrawn="1"/>
        </p:nvSpPr>
        <p:spPr bwMode="gray">
          <a:xfrm>
            <a:off x="312510" y="6483975"/>
            <a:ext cx="254349" cy="168101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r"/>
            <a:fld id="{7A58C72A-FAEE-4A7B-812F-151929DEA70F}" type="slidenum">
              <a:rPr lang="en-US" sz="800" b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pPr lvl="0" algn="r"/>
              <a:t>‹#›</a:t>
            </a:fld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A64664-BAC3-6A48-A68A-B95B6D21F80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607142" y="6491233"/>
            <a:ext cx="3996000" cy="160844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l"/>
            <a:r>
              <a:rPr lang="en-GB" sz="800" b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Infosys Consulting 2021</a:t>
            </a:r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9" name="Shape 40">
            <a:extLst>
              <a:ext uri="{FF2B5EF4-FFF2-40B4-BE49-F238E27FC236}">
                <a16:creationId xmlns:a16="http://schemas.microsoft.com/office/drawing/2014/main" id="{810EF37A-9077-CA4E-8F45-3F36F0B8E9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955" y="364632"/>
            <a:ext cx="11543008" cy="71466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261461269"/>
      </p:ext>
    </p:extLst>
  </p:cSld>
  <p:clrMapOvr>
    <a:masterClrMapping/>
  </p:clrMapOvr>
  <p:transition spd="slow" advClick="0" advTm="3000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5">
            <a:extLst>
              <a:ext uri="{FF2B5EF4-FFF2-40B4-BE49-F238E27FC236}">
                <a16:creationId xmlns:a16="http://schemas.microsoft.com/office/drawing/2014/main" id="{C53E441C-C3C4-7845-8672-BD73967AA37D}"/>
              </a:ext>
            </a:extLst>
          </p:cNvPr>
          <p:cNvSpPr/>
          <p:nvPr userDrawn="1"/>
        </p:nvSpPr>
        <p:spPr>
          <a:xfrm flipV="1">
            <a:off x="342490" y="-4"/>
            <a:ext cx="11849511" cy="5598626"/>
          </a:xfrm>
          <a:custGeom>
            <a:avLst/>
            <a:gdLst>
              <a:gd name="connsiteX0" fmla="*/ 0 w 11849511"/>
              <a:gd name="connsiteY0" fmla="*/ 5598626 h 5598626"/>
              <a:gd name="connsiteX1" fmla="*/ 5242441 w 11849511"/>
              <a:gd name="connsiteY1" fmla="*/ 5598626 h 5598626"/>
              <a:gd name="connsiteX2" fmla="*/ 7795497 w 11849511"/>
              <a:gd name="connsiteY2" fmla="*/ 718408 h 5598626"/>
              <a:gd name="connsiteX3" fmla="*/ 11443683 w 11849511"/>
              <a:gd name="connsiteY3" fmla="*/ 2246863 h 5598626"/>
              <a:gd name="connsiteX4" fmla="*/ 11849511 w 11849511"/>
              <a:gd name="connsiteY4" fmla="*/ 2520015 h 5598626"/>
              <a:gd name="connsiteX5" fmla="*/ 11849511 w 11849511"/>
              <a:gd name="connsiteY5" fmla="*/ 1154733 h 5598626"/>
              <a:gd name="connsiteX6" fmla="*/ 11598119 w 11849511"/>
              <a:gd name="connsiteY6" fmla="*/ 1052618 h 5598626"/>
              <a:gd name="connsiteX7" fmla="*/ 6642904 w 11849511"/>
              <a:gd name="connsiteY7" fmla="*/ 0 h 5598626"/>
              <a:gd name="connsiteX8" fmla="*/ 0 w 11849511"/>
              <a:gd name="connsiteY8" fmla="*/ 5598626 h 5598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49511" h="5598626">
                <a:moveTo>
                  <a:pt x="0" y="5598626"/>
                </a:moveTo>
                <a:lnTo>
                  <a:pt x="5242441" y="5598626"/>
                </a:lnTo>
                <a:cubicBezTo>
                  <a:pt x="5242441" y="5598626"/>
                  <a:pt x="4635162" y="718408"/>
                  <a:pt x="7795497" y="718408"/>
                </a:cubicBezTo>
                <a:cubicBezTo>
                  <a:pt x="8980624" y="718408"/>
                  <a:pt x="10164008" y="1397721"/>
                  <a:pt x="11443683" y="2246863"/>
                </a:cubicBezTo>
                <a:lnTo>
                  <a:pt x="11849511" y="2520015"/>
                </a:lnTo>
                <a:lnTo>
                  <a:pt x="11849511" y="1154733"/>
                </a:lnTo>
                <a:lnTo>
                  <a:pt x="11598119" y="1052618"/>
                </a:lnTo>
                <a:cubicBezTo>
                  <a:pt x="10085993" y="455186"/>
                  <a:pt x="8444994" y="0"/>
                  <a:pt x="6642904" y="0"/>
                </a:cubicBezTo>
                <a:cubicBezTo>
                  <a:pt x="1388069" y="0"/>
                  <a:pt x="0" y="5598626"/>
                  <a:pt x="0" y="559862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bg1">
                  <a:lumMod val="95000"/>
                </a:schemeClr>
              </a:gs>
              <a:gs pos="83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 w="720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66B403-376B-C146-AF57-2FB00C550A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CC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5">
            <a:extLst>
              <a:ext uri="{FF2B5EF4-FFF2-40B4-BE49-F238E27FC236}">
                <a16:creationId xmlns:a16="http://schemas.microsoft.com/office/drawing/2014/main" id="{38EE1CE3-DB64-FC49-ACE9-810F0E2387BE}"/>
              </a:ext>
            </a:extLst>
          </p:cNvPr>
          <p:cNvSpPr/>
          <p:nvPr userDrawn="1"/>
        </p:nvSpPr>
        <p:spPr>
          <a:xfrm flipV="1">
            <a:off x="342490" y="-4"/>
            <a:ext cx="11849511" cy="5598626"/>
          </a:xfrm>
          <a:custGeom>
            <a:avLst/>
            <a:gdLst>
              <a:gd name="connsiteX0" fmla="*/ 0 w 11849511"/>
              <a:gd name="connsiteY0" fmla="*/ 5598626 h 5598626"/>
              <a:gd name="connsiteX1" fmla="*/ 5242441 w 11849511"/>
              <a:gd name="connsiteY1" fmla="*/ 5598626 h 5598626"/>
              <a:gd name="connsiteX2" fmla="*/ 7795497 w 11849511"/>
              <a:gd name="connsiteY2" fmla="*/ 718408 h 5598626"/>
              <a:gd name="connsiteX3" fmla="*/ 11443683 w 11849511"/>
              <a:gd name="connsiteY3" fmla="*/ 2246863 h 5598626"/>
              <a:gd name="connsiteX4" fmla="*/ 11849511 w 11849511"/>
              <a:gd name="connsiteY4" fmla="*/ 2520015 h 5598626"/>
              <a:gd name="connsiteX5" fmla="*/ 11849511 w 11849511"/>
              <a:gd name="connsiteY5" fmla="*/ 1154733 h 5598626"/>
              <a:gd name="connsiteX6" fmla="*/ 11598119 w 11849511"/>
              <a:gd name="connsiteY6" fmla="*/ 1052618 h 5598626"/>
              <a:gd name="connsiteX7" fmla="*/ 6642904 w 11849511"/>
              <a:gd name="connsiteY7" fmla="*/ 0 h 5598626"/>
              <a:gd name="connsiteX8" fmla="*/ 0 w 11849511"/>
              <a:gd name="connsiteY8" fmla="*/ 5598626 h 5598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49511" h="5598626">
                <a:moveTo>
                  <a:pt x="0" y="5598626"/>
                </a:moveTo>
                <a:lnTo>
                  <a:pt x="5242441" y="5598626"/>
                </a:lnTo>
                <a:cubicBezTo>
                  <a:pt x="5242441" y="5598626"/>
                  <a:pt x="4635162" y="718408"/>
                  <a:pt x="7795497" y="718408"/>
                </a:cubicBezTo>
                <a:cubicBezTo>
                  <a:pt x="8980624" y="718408"/>
                  <a:pt x="10164008" y="1397721"/>
                  <a:pt x="11443683" y="2246863"/>
                </a:cubicBezTo>
                <a:lnTo>
                  <a:pt x="11849511" y="2520015"/>
                </a:lnTo>
                <a:lnTo>
                  <a:pt x="11849511" y="1154733"/>
                </a:lnTo>
                <a:lnTo>
                  <a:pt x="11598119" y="1052618"/>
                </a:lnTo>
                <a:cubicBezTo>
                  <a:pt x="10085993" y="455186"/>
                  <a:pt x="8444994" y="0"/>
                  <a:pt x="6642904" y="0"/>
                </a:cubicBezTo>
                <a:cubicBezTo>
                  <a:pt x="1388069" y="0"/>
                  <a:pt x="0" y="5598626"/>
                  <a:pt x="0" y="559862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  <a:alpha val="1566"/>
                </a:schemeClr>
              </a:gs>
              <a:gs pos="74000">
                <a:schemeClr val="bg1">
                  <a:lumMod val="95000"/>
                  <a:alpha val="20000"/>
                </a:schemeClr>
              </a:gs>
              <a:gs pos="83000">
                <a:schemeClr val="bg1">
                  <a:alpha val="21348"/>
                </a:schemeClr>
              </a:gs>
              <a:gs pos="100000">
                <a:schemeClr val="bg1">
                  <a:lumMod val="95000"/>
                  <a:alpha val="19000"/>
                </a:schemeClr>
              </a:gs>
            </a:gsLst>
            <a:lin ang="5400000" scaled="1"/>
            <a:tileRect/>
          </a:gradFill>
          <a:ln w="720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6930EB-D71E-5C42-B620-B0ACD6123C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435" y="1508280"/>
            <a:ext cx="1964457" cy="32741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07DCA-3277-0642-90EB-6411DD5E9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4825" y="3055553"/>
            <a:ext cx="8264525" cy="403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74D6BCF-755C-444F-8210-AE34B7D996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650" y="3586163"/>
            <a:ext cx="10796206" cy="1619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5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7520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052DD3-8047-0244-860D-B4648C04F99D}"/>
              </a:ext>
            </a:extLst>
          </p:cNvPr>
          <p:cNvSpPr/>
          <p:nvPr userDrawn="1"/>
        </p:nvSpPr>
        <p:spPr>
          <a:xfrm>
            <a:off x="0" y="1039660"/>
            <a:ext cx="12192000" cy="5818340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5B402AB-3214-1944-8F6A-2DF4EC2DCD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3982" y="396143"/>
            <a:ext cx="2517168" cy="33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65041B-CB6E-CD40-9A11-AA14C1CE68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44662" y="396301"/>
            <a:ext cx="6145579" cy="3397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87FFB76-E00E-7A4F-9402-ACE405E956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604" y="2091528"/>
            <a:ext cx="6840538" cy="495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B4666C1-6C45-984F-8626-D46BCEB005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888" y="2760663"/>
            <a:ext cx="9065235" cy="1943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65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9E76816A-1931-B641-90A7-0D7F0D6AB8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604" y="4877598"/>
            <a:ext cx="10515600" cy="13473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2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9ED849A-E4F0-C746-8F95-A02758860C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791655" y="1539798"/>
            <a:ext cx="4598988" cy="48180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95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by S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AAEE7E-C312-234D-8676-10ADD94B84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73"/>
          <a:stretch/>
        </p:blipFill>
        <p:spPr>
          <a:xfrm>
            <a:off x="-1932239" y="-137156"/>
            <a:ext cx="14197391" cy="699515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982244-68AB-654D-8324-D54877F37E92}"/>
              </a:ext>
            </a:extLst>
          </p:cNvPr>
          <p:cNvSpPr/>
          <p:nvPr userDrawn="1"/>
        </p:nvSpPr>
        <p:spPr>
          <a:xfrm>
            <a:off x="73152" y="0"/>
            <a:ext cx="12192000" cy="6858000"/>
          </a:xfrm>
          <a:prstGeom prst="rect">
            <a:avLst/>
          </a:prstGeom>
          <a:gradFill>
            <a:gsLst>
              <a:gs pos="0">
                <a:srgbClr val="002060"/>
              </a:gs>
              <a:gs pos="12000">
                <a:srgbClr val="002060"/>
              </a:gs>
              <a:gs pos="37000">
                <a:srgbClr val="002060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Freeform: Shape 5">
            <a:extLst>
              <a:ext uri="{FF2B5EF4-FFF2-40B4-BE49-F238E27FC236}">
                <a16:creationId xmlns:a16="http://schemas.microsoft.com/office/drawing/2014/main" id="{45E262E6-1445-3142-905E-AD08057A51A3}"/>
              </a:ext>
            </a:extLst>
          </p:cNvPr>
          <p:cNvSpPr/>
          <p:nvPr userDrawn="1"/>
        </p:nvSpPr>
        <p:spPr>
          <a:xfrm flipV="1">
            <a:off x="342490" y="-4"/>
            <a:ext cx="11849511" cy="5598626"/>
          </a:xfrm>
          <a:custGeom>
            <a:avLst/>
            <a:gdLst>
              <a:gd name="connsiteX0" fmla="*/ 0 w 11849511"/>
              <a:gd name="connsiteY0" fmla="*/ 5598626 h 5598626"/>
              <a:gd name="connsiteX1" fmla="*/ 5242441 w 11849511"/>
              <a:gd name="connsiteY1" fmla="*/ 5598626 h 5598626"/>
              <a:gd name="connsiteX2" fmla="*/ 7795497 w 11849511"/>
              <a:gd name="connsiteY2" fmla="*/ 718408 h 5598626"/>
              <a:gd name="connsiteX3" fmla="*/ 11443683 w 11849511"/>
              <a:gd name="connsiteY3" fmla="*/ 2246863 h 5598626"/>
              <a:gd name="connsiteX4" fmla="*/ 11849511 w 11849511"/>
              <a:gd name="connsiteY4" fmla="*/ 2520015 h 5598626"/>
              <a:gd name="connsiteX5" fmla="*/ 11849511 w 11849511"/>
              <a:gd name="connsiteY5" fmla="*/ 1154733 h 5598626"/>
              <a:gd name="connsiteX6" fmla="*/ 11598119 w 11849511"/>
              <a:gd name="connsiteY6" fmla="*/ 1052618 h 5598626"/>
              <a:gd name="connsiteX7" fmla="*/ 6642904 w 11849511"/>
              <a:gd name="connsiteY7" fmla="*/ 0 h 5598626"/>
              <a:gd name="connsiteX8" fmla="*/ 0 w 11849511"/>
              <a:gd name="connsiteY8" fmla="*/ 5598626 h 5598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49511" h="5598626">
                <a:moveTo>
                  <a:pt x="0" y="5598626"/>
                </a:moveTo>
                <a:lnTo>
                  <a:pt x="5242441" y="5598626"/>
                </a:lnTo>
                <a:cubicBezTo>
                  <a:pt x="5242441" y="5598626"/>
                  <a:pt x="4635162" y="718408"/>
                  <a:pt x="7795497" y="718408"/>
                </a:cubicBezTo>
                <a:cubicBezTo>
                  <a:pt x="8980624" y="718408"/>
                  <a:pt x="10164008" y="1397721"/>
                  <a:pt x="11443683" y="2246863"/>
                </a:cubicBezTo>
                <a:lnTo>
                  <a:pt x="11849511" y="2520015"/>
                </a:lnTo>
                <a:lnTo>
                  <a:pt x="11849511" y="1154733"/>
                </a:lnTo>
                <a:lnTo>
                  <a:pt x="11598119" y="1052618"/>
                </a:lnTo>
                <a:cubicBezTo>
                  <a:pt x="10085993" y="455186"/>
                  <a:pt x="8444994" y="0"/>
                  <a:pt x="6642904" y="0"/>
                </a:cubicBezTo>
                <a:cubicBezTo>
                  <a:pt x="1388069" y="0"/>
                  <a:pt x="0" y="5598626"/>
                  <a:pt x="0" y="5598626"/>
                </a:cubicBezTo>
                <a:close/>
              </a:path>
            </a:pathLst>
          </a:custGeom>
          <a:solidFill>
            <a:srgbClr val="3699DA">
              <a:alpha val="10000"/>
            </a:srgbClr>
          </a:solidFill>
          <a:ln w="720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01B5B8-D3D8-404D-9808-61DEA3E10A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75077" y="211528"/>
            <a:ext cx="1882733" cy="313789"/>
          </a:xfrm>
          <a:prstGeom prst="rect">
            <a:avLst/>
          </a:prstGeom>
        </p:spPr>
      </p:pic>
      <p:sp>
        <p:nvSpPr>
          <p:cNvPr id="10" name="Shape 57">
            <a:extLst>
              <a:ext uri="{FF2B5EF4-FFF2-40B4-BE49-F238E27FC236}">
                <a16:creationId xmlns:a16="http://schemas.microsoft.com/office/drawing/2014/main" id="{5C1587F0-E476-2E4E-931C-B3CA7419BB54}"/>
              </a:ext>
            </a:extLst>
          </p:cNvPr>
          <p:cNvSpPr/>
          <p:nvPr userDrawn="1"/>
        </p:nvSpPr>
        <p:spPr>
          <a:xfrm>
            <a:off x="7278624" y="702300"/>
            <a:ext cx="4479186" cy="5853948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miter lim="400000"/>
          </a:ln>
          <a:effectLst>
            <a:outerShdw blurRad="190500" dist="171938" dir="5400000" rotWithShape="0">
              <a:srgbClr val="000000">
                <a:alpha val="24480"/>
              </a:srgbClr>
            </a:outerShdw>
          </a:effectLst>
        </p:spPr>
        <p:txBody>
          <a:bodyPr lIns="35719" tIns="35719" rIns="35719" bIns="35719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B7BAA7F-C19E-5840-8357-3BB356B746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6189" y="1560831"/>
            <a:ext cx="5914048" cy="3666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8EBED8D-9C8D-D247-A3D9-F6F854EA8A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6189" y="1996067"/>
            <a:ext cx="5914048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B583578-83D3-8540-951B-2B7DCAF5E7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864" y="3273373"/>
            <a:ext cx="5914048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5F8FBF0-83B1-0447-9CCD-F387707D93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54311" y="1019139"/>
            <a:ext cx="3927812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b="1">
                <a:solidFill>
                  <a:srgbClr val="006DB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FABE2EBE-9261-9B48-8311-004F7433F6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54311" y="1589156"/>
            <a:ext cx="3927812" cy="46357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8855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oelenterate, jellyfish, hydrozoan, blur&#10;&#10;Description automatically generated">
            <a:extLst>
              <a:ext uri="{FF2B5EF4-FFF2-40B4-BE49-F238E27FC236}">
                <a16:creationId xmlns:a16="http://schemas.microsoft.com/office/drawing/2014/main" id="{8F4E38B6-C9A5-8649-B538-DAC96A99A9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"/>
          <a:stretch/>
        </p:blipFill>
        <p:spPr>
          <a:xfrm>
            <a:off x="-532" y="-1"/>
            <a:ext cx="1219253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7DF9109-CE4B-4C4F-9EEC-F726A9C24551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gradFill flip="none" rotWithShape="1">
            <a:gsLst>
              <a:gs pos="14000">
                <a:srgbClr val="0070C0">
                  <a:alpha val="45000"/>
                </a:srgbClr>
              </a:gs>
              <a:gs pos="36000">
                <a:srgbClr val="004890"/>
              </a:gs>
              <a:gs pos="62000">
                <a:srgbClr val="002060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D5545E8-DCB2-694D-983F-F8809EB354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75077" y="211528"/>
            <a:ext cx="1882733" cy="313789"/>
          </a:xfrm>
          <a:prstGeom prst="rect">
            <a:avLst/>
          </a:prstGeom>
        </p:spPr>
      </p:pic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453A6A08-F59F-B945-9BF6-869B1B9B00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6189" y="1560831"/>
            <a:ext cx="5914048" cy="3666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5B9BD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E34613B-7D10-0541-BD51-489245D2E8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6189" y="1996067"/>
            <a:ext cx="5914048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ABF9520-3FDA-1442-A091-19F1F31F3A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8864" y="3273373"/>
            <a:ext cx="5914048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56259A6-AFEF-0841-A46F-557E748B6C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1441" y="1019139"/>
            <a:ext cx="3010237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771E7E2-B805-6849-88A1-8C14141AAF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91441" y="1474410"/>
            <a:ext cx="3010237" cy="483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b="0" i="0">
                <a:solidFill>
                  <a:srgbClr val="3699D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975D8F36-DC99-0546-9297-D5E76AB031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91441" y="2283956"/>
            <a:ext cx="3010237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218067E1-B663-3B4F-8B43-8FE341F474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91441" y="2739227"/>
            <a:ext cx="3010237" cy="483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b="0" i="0">
                <a:solidFill>
                  <a:srgbClr val="3699D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154DD2-D1F6-3C42-890F-35E04FB6E1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1441" y="3566782"/>
            <a:ext cx="3010237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2AB7B2F2-9DCC-9848-98D8-AD52812C88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91441" y="4022053"/>
            <a:ext cx="3010237" cy="483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b="0" i="0">
                <a:solidFill>
                  <a:srgbClr val="3699D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A285B5B6-811B-6D47-9D1C-1AAEBE19E7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91441" y="4845732"/>
            <a:ext cx="3010237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8E5AF7D-520E-FD4D-B9BC-2A7061C441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91441" y="5301003"/>
            <a:ext cx="3010237" cy="483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b="0" i="0">
                <a:solidFill>
                  <a:srgbClr val="3699D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9902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4209CC-E18F-9A40-831E-BE2335BBE450}"/>
              </a:ext>
            </a:extLst>
          </p:cNvPr>
          <p:cNvSpPr/>
          <p:nvPr userDrawn="1"/>
        </p:nvSpPr>
        <p:spPr>
          <a:xfrm>
            <a:off x="487180" y="509666"/>
            <a:ext cx="11774774" cy="5876144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D8D025B8-FA1B-314A-BA26-364054B39F37}"/>
              </a:ext>
            </a:extLst>
          </p:cNvPr>
          <p:cNvSpPr/>
          <p:nvPr userDrawn="1"/>
        </p:nvSpPr>
        <p:spPr>
          <a:xfrm>
            <a:off x="487180" y="509666"/>
            <a:ext cx="11704820" cy="5876144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BC9175EE-5134-DC47-992E-754D21985CD1}"/>
              </a:ext>
            </a:extLst>
          </p:cNvPr>
          <p:cNvSpPr/>
          <p:nvPr userDrawn="1"/>
        </p:nvSpPr>
        <p:spPr>
          <a:xfrm rot="5400000" flipH="1" flipV="1">
            <a:off x="6748072" y="941882"/>
            <a:ext cx="5876144" cy="5011711"/>
          </a:xfrm>
          <a:prstGeom prst="rtTriangle">
            <a:avLst/>
          </a:prstGeom>
          <a:solidFill>
            <a:srgbClr val="00206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EF43BA-0850-1940-BE7C-B70AF9D58691}"/>
              </a:ext>
            </a:extLst>
          </p:cNvPr>
          <p:cNvSpPr txBox="1"/>
          <p:nvPr userDrawn="1"/>
        </p:nvSpPr>
        <p:spPr>
          <a:xfrm>
            <a:off x="831307" y="1043772"/>
            <a:ext cx="8876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Stay Ahead of the Competition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154F5D-B371-8A4D-86B2-BF46D490F159}"/>
              </a:ext>
            </a:extLst>
          </p:cNvPr>
          <p:cNvSpPr txBox="1"/>
          <p:nvPr userDrawn="1"/>
        </p:nvSpPr>
        <p:spPr>
          <a:xfrm>
            <a:off x="815495" y="1494886"/>
            <a:ext cx="6294839" cy="532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MEET THE EXPERTS</a:t>
            </a:r>
          </a:p>
        </p:txBody>
      </p:sp>
      <p:sp>
        <p:nvSpPr>
          <p:cNvPr id="11" name="Rectangle: Diagonal Corners Rounded 22">
            <a:extLst>
              <a:ext uri="{FF2B5EF4-FFF2-40B4-BE49-F238E27FC236}">
                <a16:creationId xmlns:a16="http://schemas.microsoft.com/office/drawing/2014/main" id="{542E4A91-2E1A-564A-81C9-A17233DD3DA1}"/>
              </a:ext>
            </a:extLst>
          </p:cNvPr>
          <p:cNvSpPr/>
          <p:nvPr userDrawn="1"/>
        </p:nvSpPr>
        <p:spPr>
          <a:xfrm>
            <a:off x="992874" y="2228656"/>
            <a:ext cx="1258726" cy="1486519"/>
          </a:xfrm>
          <a:prstGeom prst="round2Diag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83AFE87-60DB-0F42-B17B-9BDEF1434B0A}"/>
              </a:ext>
            </a:extLst>
          </p:cNvPr>
          <p:cNvGrpSpPr/>
          <p:nvPr userDrawn="1"/>
        </p:nvGrpSpPr>
        <p:grpSpPr>
          <a:xfrm>
            <a:off x="4562208" y="5827946"/>
            <a:ext cx="3168667" cy="300985"/>
            <a:chOff x="1108591" y="4452272"/>
            <a:chExt cx="3168667" cy="300985"/>
          </a:xfrm>
        </p:grpSpPr>
        <p:sp>
          <p:nvSpPr>
            <p:cNvPr id="24" name="Freeform 137">
              <a:extLst>
                <a:ext uri="{FF2B5EF4-FFF2-40B4-BE49-F238E27FC236}">
                  <a16:creationId xmlns:a16="http://schemas.microsoft.com/office/drawing/2014/main" id="{CBCC77B0-EF5D-6344-A007-691E523829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8591" y="4452272"/>
              <a:ext cx="299558" cy="299558"/>
            </a:xfrm>
            <a:custGeom>
              <a:avLst/>
              <a:gdLst>
                <a:gd name="T0" fmla="*/ 146 w 146"/>
                <a:gd name="T1" fmla="*/ 28 h 146"/>
                <a:gd name="T2" fmla="*/ 146 w 146"/>
                <a:gd name="T3" fmla="*/ 118 h 146"/>
                <a:gd name="T4" fmla="*/ 138 w 146"/>
                <a:gd name="T5" fmla="*/ 138 h 146"/>
                <a:gd name="T6" fmla="*/ 118 w 146"/>
                <a:gd name="T7" fmla="*/ 146 h 146"/>
                <a:gd name="T8" fmla="*/ 28 w 146"/>
                <a:gd name="T9" fmla="*/ 146 h 146"/>
                <a:gd name="T10" fmla="*/ 8 w 146"/>
                <a:gd name="T11" fmla="*/ 138 h 146"/>
                <a:gd name="T12" fmla="*/ 0 w 146"/>
                <a:gd name="T13" fmla="*/ 118 h 146"/>
                <a:gd name="T14" fmla="*/ 0 w 146"/>
                <a:gd name="T15" fmla="*/ 28 h 146"/>
                <a:gd name="T16" fmla="*/ 8 w 146"/>
                <a:gd name="T17" fmla="*/ 8 h 146"/>
                <a:gd name="T18" fmla="*/ 28 w 146"/>
                <a:gd name="T19" fmla="*/ 0 h 146"/>
                <a:gd name="T20" fmla="*/ 118 w 146"/>
                <a:gd name="T21" fmla="*/ 0 h 146"/>
                <a:gd name="T22" fmla="*/ 138 w 146"/>
                <a:gd name="T23" fmla="*/ 8 h 146"/>
                <a:gd name="T24" fmla="*/ 146 w 146"/>
                <a:gd name="T25" fmla="*/ 28 h 146"/>
                <a:gd name="T26" fmla="*/ 46 w 146"/>
                <a:gd name="T27" fmla="*/ 36 h 146"/>
                <a:gd name="T28" fmla="*/ 43 w 146"/>
                <a:gd name="T29" fmla="*/ 28 h 146"/>
                <a:gd name="T30" fmla="*/ 34 w 146"/>
                <a:gd name="T31" fmla="*/ 25 h 146"/>
                <a:gd name="T32" fmla="*/ 25 w 146"/>
                <a:gd name="T33" fmla="*/ 28 h 146"/>
                <a:gd name="T34" fmla="*/ 21 w 146"/>
                <a:gd name="T35" fmla="*/ 36 h 146"/>
                <a:gd name="T36" fmla="*/ 25 w 146"/>
                <a:gd name="T37" fmla="*/ 44 h 146"/>
                <a:gd name="T38" fmla="*/ 33 w 146"/>
                <a:gd name="T39" fmla="*/ 47 h 146"/>
                <a:gd name="T40" fmla="*/ 34 w 146"/>
                <a:gd name="T41" fmla="*/ 47 h 146"/>
                <a:gd name="T42" fmla="*/ 43 w 146"/>
                <a:gd name="T43" fmla="*/ 44 h 146"/>
                <a:gd name="T44" fmla="*/ 46 w 146"/>
                <a:gd name="T45" fmla="*/ 36 h 146"/>
                <a:gd name="T46" fmla="*/ 23 w 146"/>
                <a:gd name="T47" fmla="*/ 122 h 146"/>
                <a:gd name="T48" fmla="*/ 45 w 146"/>
                <a:gd name="T49" fmla="*/ 122 h 146"/>
                <a:gd name="T50" fmla="*/ 45 w 146"/>
                <a:gd name="T51" fmla="*/ 56 h 146"/>
                <a:gd name="T52" fmla="*/ 23 w 146"/>
                <a:gd name="T53" fmla="*/ 56 h 146"/>
                <a:gd name="T54" fmla="*/ 23 w 146"/>
                <a:gd name="T55" fmla="*/ 122 h 146"/>
                <a:gd name="T56" fmla="*/ 101 w 146"/>
                <a:gd name="T57" fmla="*/ 122 h 146"/>
                <a:gd name="T58" fmla="*/ 123 w 146"/>
                <a:gd name="T59" fmla="*/ 122 h 146"/>
                <a:gd name="T60" fmla="*/ 123 w 146"/>
                <a:gd name="T61" fmla="*/ 84 h 146"/>
                <a:gd name="T62" fmla="*/ 116 w 146"/>
                <a:gd name="T63" fmla="*/ 62 h 146"/>
                <a:gd name="T64" fmla="*/ 98 w 146"/>
                <a:gd name="T65" fmla="*/ 55 h 146"/>
                <a:gd name="T66" fmla="*/ 78 w 146"/>
                <a:gd name="T67" fmla="*/ 66 h 146"/>
                <a:gd name="T68" fmla="*/ 78 w 146"/>
                <a:gd name="T69" fmla="*/ 66 h 146"/>
                <a:gd name="T70" fmla="*/ 78 w 146"/>
                <a:gd name="T71" fmla="*/ 56 h 146"/>
                <a:gd name="T72" fmla="*/ 57 w 146"/>
                <a:gd name="T73" fmla="*/ 56 h 146"/>
                <a:gd name="T74" fmla="*/ 57 w 146"/>
                <a:gd name="T75" fmla="*/ 122 h 146"/>
                <a:gd name="T76" fmla="*/ 78 w 146"/>
                <a:gd name="T77" fmla="*/ 122 h 146"/>
                <a:gd name="T78" fmla="*/ 78 w 146"/>
                <a:gd name="T79" fmla="*/ 85 h 146"/>
                <a:gd name="T80" fmla="*/ 79 w 146"/>
                <a:gd name="T81" fmla="*/ 80 h 146"/>
                <a:gd name="T82" fmla="*/ 83 w 146"/>
                <a:gd name="T83" fmla="*/ 74 h 146"/>
                <a:gd name="T84" fmla="*/ 90 w 146"/>
                <a:gd name="T85" fmla="*/ 72 h 146"/>
                <a:gd name="T86" fmla="*/ 101 w 146"/>
                <a:gd name="T87" fmla="*/ 87 h 146"/>
                <a:gd name="T88" fmla="*/ 101 w 146"/>
                <a:gd name="T89" fmla="*/ 122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6" h="146">
                  <a:moveTo>
                    <a:pt x="146" y="28"/>
                  </a:moveTo>
                  <a:cubicBezTo>
                    <a:pt x="146" y="118"/>
                    <a:pt x="146" y="118"/>
                    <a:pt x="146" y="118"/>
                  </a:cubicBezTo>
                  <a:cubicBezTo>
                    <a:pt x="146" y="126"/>
                    <a:pt x="143" y="132"/>
                    <a:pt x="138" y="138"/>
                  </a:cubicBezTo>
                  <a:cubicBezTo>
                    <a:pt x="132" y="143"/>
                    <a:pt x="126" y="146"/>
                    <a:pt x="118" y="146"/>
                  </a:cubicBezTo>
                  <a:cubicBezTo>
                    <a:pt x="28" y="146"/>
                    <a:pt x="28" y="146"/>
                    <a:pt x="28" y="146"/>
                  </a:cubicBezTo>
                  <a:cubicBezTo>
                    <a:pt x="20" y="146"/>
                    <a:pt x="14" y="143"/>
                    <a:pt x="8" y="138"/>
                  </a:cubicBezTo>
                  <a:cubicBezTo>
                    <a:pt x="3" y="132"/>
                    <a:pt x="0" y="126"/>
                    <a:pt x="0" y="11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0"/>
                    <a:pt x="3" y="14"/>
                    <a:pt x="8" y="8"/>
                  </a:cubicBezTo>
                  <a:cubicBezTo>
                    <a:pt x="14" y="3"/>
                    <a:pt x="20" y="0"/>
                    <a:pt x="28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6" y="0"/>
                    <a:pt x="132" y="3"/>
                    <a:pt x="138" y="8"/>
                  </a:cubicBezTo>
                  <a:cubicBezTo>
                    <a:pt x="143" y="14"/>
                    <a:pt x="146" y="20"/>
                    <a:pt x="146" y="28"/>
                  </a:cubicBezTo>
                  <a:close/>
                  <a:moveTo>
                    <a:pt x="46" y="36"/>
                  </a:moveTo>
                  <a:cubicBezTo>
                    <a:pt x="46" y="33"/>
                    <a:pt x="45" y="30"/>
                    <a:pt x="43" y="28"/>
                  </a:cubicBezTo>
                  <a:cubicBezTo>
                    <a:pt x="40" y="26"/>
                    <a:pt x="37" y="25"/>
                    <a:pt x="34" y="25"/>
                  </a:cubicBezTo>
                  <a:cubicBezTo>
                    <a:pt x="30" y="25"/>
                    <a:pt x="27" y="26"/>
                    <a:pt x="25" y="28"/>
                  </a:cubicBezTo>
                  <a:cubicBezTo>
                    <a:pt x="23" y="30"/>
                    <a:pt x="21" y="33"/>
                    <a:pt x="21" y="36"/>
                  </a:cubicBezTo>
                  <a:cubicBezTo>
                    <a:pt x="21" y="39"/>
                    <a:pt x="22" y="42"/>
                    <a:pt x="25" y="44"/>
                  </a:cubicBezTo>
                  <a:cubicBezTo>
                    <a:pt x="27" y="46"/>
                    <a:pt x="30" y="47"/>
                    <a:pt x="33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7" y="47"/>
                    <a:pt x="40" y="46"/>
                    <a:pt x="43" y="44"/>
                  </a:cubicBezTo>
                  <a:cubicBezTo>
                    <a:pt x="45" y="42"/>
                    <a:pt x="46" y="39"/>
                    <a:pt x="46" y="36"/>
                  </a:cubicBezTo>
                  <a:close/>
                  <a:moveTo>
                    <a:pt x="23" y="122"/>
                  </a:moveTo>
                  <a:cubicBezTo>
                    <a:pt x="45" y="122"/>
                    <a:pt x="45" y="122"/>
                    <a:pt x="45" y="122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23" y="56"/>
                    <a:pt x="23" y="56"/>
                    <a:pt x="23" y="56"/>
                  </a:cubicBezTo>
                  <a:lnTo>
                    <a:pt x="23" y="122"/>
                  </a:lnTo>
                  <a:close/>
                  <a:moveTo>
                    <a:pt x="101" y="122"/>
                  </a:moveTo>
                  <a:cubicBezTo>
                    <a:pt x="123" y="122"/>
                    <a:pt x="123" y="122"/>
                    <a:pt x="123" y="122"/>
                  </a:cubicBezTo>
                  <a:cubicBezTo>
                    <a:pt x="123" y="84"/>
                    <a:pt x="123" y="84"/>
                    <a:pt x="123" y="84"/>
                  </a:cubicBezTo>
                  <a:cubicBezTo>
                    <a:pt x="123" y="75"/>
                    <a:pt x="121" y="67"/>
                    <a:pt x="116" y="62"/>
                  </a:cubicBezTo>
                  <a:cubicBezTo>
                    <a:pt x="112" y="57"/>
                    <a:pt x="106" y="55"/>
                    <a:pt x="98" y="55"/>
                  </a:cubicBezTo>
                  <a:cubicBezTo>
                    <a:pt x="89" y="55"/>
                    <a:pt x="83" y="58"/>
                    <a:pt x="78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60"/>
                    <a:pt x="57" y="82"/>
                    <a:pt x="57" y="122"/>
                  </a:cubicBezTo>
                  <a:cubicBezTo>
                    <a:pt x="78" y="122"/>
                    <a:pt x="78" y="122"/>
                    <a:pt x="78" y="122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83"/>
                    <a:pt x="79" y="81"/>
                    <a:pt x="79" y="80"/>
                  </a:cubicBezTo>
                  <a:cubicBezTo>
                    <a:pt x="80" y="78"/>
                    <a:pt x="81" y="76"/>
                    <a:pt x="83" y="74"/>
                  </a:cubicBezTo>
                  <a:cubicBezTo>
                    <a:pt x="85" y="73"/>
                    <a:pt x="88" y="72"/>
                    <a:pt x="90" y="72"/>
                  </a:cubicBezTo>
                  <a:cubicBezTo>
                    <a:pt x="98" y="72"/>
                    <a:pt x="101" y="77"/>
                    <a:pt x="101" y="87"/>
                  </a:cubicBezTo>
                  <a:lnTo>
                    <a:pt x="101" y="1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CD42689-1A94-C145-8A33-5B48292B24D8}"/>
                </a:ext>
              </a:extLst>
            </p:cNvPr>
            <p:cNvSpPr txBox="1"/>
            <p:nvPr/>
          </p:nvSpPr>
          <p:spPr>
            <a:xfrm>
              <a:off x="1480920" y="4452726"/>
              <a:ext cx="2796338" cy="300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company/</a:t>
              </a:r>
              <a:r>
                <a:rPr lang="en-US" sz="120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InfosysConsulting</a:t>
              </a:r>
              <a:endPara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17E831E-776A-3B4D-92A9-A7200925421E}"/>
              </a:ext>
            </a:extLst>
          </p:cNvPr>
          <p:cNvGrpSpPr/>
          <p:nvPr userDrawn="1"/>
        </p:nvGrpSpPr>
        <p:grpSpPr>
          <a:xfrm>
            <a:off x="7839331" y="5833504"/>
            <a:ext cx="3168668" cy="300531"/>
            <a:chOff x="1108590" y="4867356"/>
            <a:chExt cx="3168668" cy="300531"/>
          </a:xfrm>
        </p:grpSpPr>
        <p:sp>
          <p:nvSpPr>
            <p:cNvPr id="27" name="Freeform 340">
              <a:extLst>
                <a:ext uri="{FF2B5EF4-FFF2-40B4-BE49-F238E27FC236}">
                  <a16:creationId xmlns:a16="http://schemas.microsoft.com/office/drawing/2014/main" id="{5C635025-1410-854B-8E5A-6F45C11BCF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8590" y="4867356"/>
              <a:ext cx="302375" cy="283847"/>
            </a:xfrm>
            <a:custGeom>
              <a:avLst/>
              <a:gdLst>
                <a:gd name="T0" fmla="*/ 146 w 146"/>
                <a:gd name="T1" fmla="*/ 28 h 146"/>
                <a:gd name="T2" fmla="*/ 146 w 146"/>
                <a:gd name="T3" fmla="*/ 118 h 146"/>
                <a:gd name="T4" fmla="*/ 138 w 146"/>
                <a:gd name="T5" fmla="*/ 138 h 146"/>
                <a:gd name="T6" fmla="*/ 118 w 146"/>
                <a:gd name="T7" fmla="*/ 146 h 146"/>
                <a:gd name="T8" fmla="*/ 28 w 146"/>
                <a:gd name="T9" fmla="*/ 146 h 146"/>
                <a:gd name="T10" fmla="*/ 8 w 146"/>
                <a:gd name="T11" fmla="*/ 138 h 146"/>
                <a:gd name="T12" fmla="*/ 0 w 146"/>
                <a:gd name="T13" fmla="*/ 118 h 146"/>
                <a:gd name="T14" fmla="*/ 0 w 146"/>
                <a:gd name="T15" fmla="*/ 28 h 146"/>
                <a:gd name="T16" fmla="*/ 8 w 146"/>
                <a:gd name="T17" fmla="*/ 8 h 146"/>
                <a:gd name="T18" fmla="*/ 28 w 146"/>
                <a:gd name="T19" fmla="*/ 0 h 146"/>
                <a:gd name="T20" fmla="*/ 118 w 146"/>
                <a:gd name="T21" fmla="*/ 0 h 146"/>
                <a:gd name="T22" fmla="*/ 138 w 146"/>
                <a:gd name="T23" fmla="*/ 8 h 146"/>
                <a:gd name="T24" fmla="*/ 146 w 146"/>
                <a:gd name="T25" fmla="*/ 28 h 146"/>
                <a:gd name="T26" fmla="*/ 108 w 146"/>
                <a:gd name="T27" fmla="*/ 126 h 146"/>
                <a:gd name="T28" fmla="*/ 102 w 146"/>
                <a:gd name="T29" fmla="*/ 109 h 146"/>
                <a:gd name="T30" fmla="*/ 92 w 146"/>
                <a:gd name="T31" fmla="*/ 111 h 146"/>
                <a:gd name="T32" fmla="*/ 86 w 146"/>
                <a:gd name="T33" fmla="*/ 110 h 146"/>
                <a:gd name="T34" fmla="*/ 83 w 146"/>
                <a:gd name="T35" fmla="*/ 107 h 146"/>
                <a:gd name="T36" fmla="*/ 81 w 146"/>
                <a:gd name="T37" fmla="*/ 103 h 146"/>
                <a:gd name="T38" fmla="*/ 81 w 146"/>
                <a:gd name="T39" fmla="*/ 99 h 146"/>
                <a:gd name="T40" fmla="*/ 81 w 146"/>
                <a:gd name="T41" fmla="*/ 62 h 146"/>
                <a:gd name="T42" fmla="*/ 105 w 146"/>
                <a:gd name="T43" fmla="*/ 62 h 146"/>
                <a:gd name="T44" fmla="*/ 105 w 146"/>
                <a:gd name="T45" fmla="*/ 43 h 146"/>
                <a:gd name="T46" fmla="*/ 81 w 146"/>
                <a:gd name="T47" fmla="*/ 43 h 146"/>
                <a:gd name="T48" fmla="*/ 81 w 146"/>
                <a:gd name="T49" fmla="*/ 12 h 146"/>
                <a:gd name="T50" fmla="*/ 63 w 146"/>
                <a:gd name="T51" fmla="*/ 12 h 146"/>
                <a:gd name="T52" fmla="*/ 62 w 146"/>
                <a:gd name="T53" fmla="*/ 13 h 146"/>
                <a:gd name="T54" fmla="*/ 60 w 146"/>
                <a:gd name="T55" fmla="*/ 22 h 146"/>
                <a:gd name="T56" fmla="*/ 57 w 146"/>
                <a:gd name="T57" fmla="*/ 31 h 146"/>
                <a:gd name="T58" fmla="*/ 49 w 146"/>
                <a:gd name="T59" fmla="*/ 40 h 146"/>
                <a:gd name="T60" fmla="*/ 38 w 146"/>
                <a:gd name="T61" fmla="*/ 46 h 146"/>
                <a:gd name="T62" fmla="*/ 38 w 146"/>
                <a:gd name="T63" fmla="*/ 62 h 146"/>
                <a:gd name="T64" fmla="*/ 51 w 146"/>
                <a:gd name="T65" fmla="*/ 62 h 146"/>
                <a:gd name="T66" fmla="*/ 51 w 146"/>
                <a:gd name="T67" fmla="*/ 101 h 146"/>
                <a:gd name="T68" fmla="*/ 53 w 146"/>
                <a:gd name="T69" fmla="*/ 112 h 146"/>
                <a:gd name="T70" fmla="*/ 59 w 146"/>
                <a:gd name="T71" fmla="*/ 122 h 146"/>
                <a:gd name="T72" fmla="*/ 70 w 146"/>
                <a:gd name="T73" fmla="*/ 131 h 146"/>
                <a:gd name="T74" fmla="*/ 87 w 146"/>
                <a:gd name="T75" fmla="*/ 133 h 146"/>
                <a:gd name="T76" fmla="*/ 100 w 146"/>
                <a:gd name="T77" fmla="*/ 131 h 146"/>
                <a:gd name="T78" fmla="*/ 108 w 146"/>
                <a:gd name="T79" fmla="*/ 1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46" h="146">
                  <a:moveTo>
                    <a:pt x="146" y="28"/>
                  </a:moveTo>
                  <a:cubicBezTo>
                    <a:pt x="146" y="118"/>
                    <a:pt x="146" y="118"/>
                    <a:pt x="146" y="118"/>
                  </a:cubicBezTo>
                  <a:cubicBezTo>
                    <a:pt x="146" y="126"/>
                    <a:pt x="143" y="132"/>
                    <a:pt x="138" y="138"/>
                  </a:cubicBezTo>
                  <a:cubicBezTo>
                    <a:pt x="132" y="143"/>
                    <a:pt x="126" y="146"/>
                    <a:pt x="118" y="146"/>
                  </a:cubicBezTo>
                  <a:cubicBezTo>
                    <a:pt x="28" y="146"/>
                    <a:pt x="28" y="146"/>
                    <a:pt x="28" y="146"/>
                  </a:cubicBezTo>
                  <a:cubicBezTo>
                    <a:pt x="20" y="146"/>
                    <a:pt x="14" y="143"/>
                    <a:pt x="8" y="138"/>
                  </a:cubicBezTo>
                  <a:cubicBezTo>
                    <a:pt x="3" y="132"/>
                    <a:pt x="0" y="126"/>
                    <a:pt x="0" y="11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0"/>
                    <a:pt x="3" y="14"/>
                    <a:pt x="8" y="8"/>
                  </a:cubicBezTo>
                  <a:cubicBezTo>
                    <a:pt x="14" y="3"/>
                    <a:pt x="20" y="0"/>
                    <a:pt x="28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6" y="0"/>
                    <a:pt x="132" y="3"/>
                    <a:pt x="138" y="8"/>
                  </a:cubicBezTo>
                  <a:cubicBezTo>
                    <a:pt x="143" y="14"/>
                    <a:pt x="146" y="20"/>
                    <a:pt x="146" y="28"/>
                  </a:cubicBezTo>
                  <a:close/>
                  <a:moveTo>
                    <a:pt x="108" y="126"/>
                  </a:moveTo>
                  <a:cubicBezTo>
                    <a:pt x="102" y="109"/>
                    <a:pt x="102" y="109"/>
                    <a:pt x="102" y="109"/>
                  </a:cubicBezTo>
                  <a:cubicBezTo>
                    <a:pt x="99" y="110"/>
                    <a:pt x="96" y="111"/>
                    <a:pt x="92" y="111"/>
                  </a:cubicBezTo>
                  <a:cubicBezTo>
                    <a:pt x="90" y="111"/>
                    <a:pt x="88" y="111"/>
                    <a:pt x="86" y="110"/>
                  </a:cubicBezTo>
                  <a:cubicBezTo>
                    <a:pt x="85" y="109"/>
                    <a:pt x="84" y="108"/>
                    <a:pt x="83" y="107"/>
                  </a:cubicBezTo>
                  <a:cubicBezTo>
                    <a:pt x="82" y="106"/>
                    <a:pt x="81" y="105"/>
                    <a:pt x="81" y="103"/>
                  </a:cubicBezTo>
                  <a:cubicBezTo>
                    <a:pt x="81" y="102"/>
                    <a:pt x="81" y="101"/>
                    <a:pt x="81" y="99"/>
                  </a:cubicBezTo>
                  <a:cubicBezTo>
                    <a:pt x="81" y="62"/>
                    <a:pt x="81" y="62"/>
                    <a:pt x="81" y="62"/>
                  </a:cubicBezTo>
                  <a:cubicBezTo>
                    <a:pt x="105" y="62"/>
                    <a:pt x="105" y="62"/>
                    <a:pt x="105" y="62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81" y="43"/>
                    <a:pt x="81" y="43"/>
                    <a:pt x="81" y="43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2" y="12"/>
                    <a:pt x="62" y="13"/>
                    <a:pt x="62" y="13"/>
                  </a:cubicBezTo>
                  <a:cubicBezTo>
                    <a:pt x="62" y="16"/>
                    <a:pt x="61" y="19"/>
                    <a:pt x="60" y="22"/>
                  </a:cubicBezTo>
                  <a:cubicBezTo>
                    <a:pt x="60" y="24"/>
                    <a:pt x="58" y="27"/>
                    <a:pt x="57" y="31"/>
                  </a:cubicBezTo>
                  <a:cubicBezTo>
                    <a:pt x="55" y="34"/>
                    <a:pt x="53" y="37"/>
                    <a:pt x="49" y="40"/>
                  </a:cubicBezTo>
                  <a:cubicBezTo>
                    <a:pt x="46" y="42"/>
                    <a:pt x="43" y="44"/>
                    <a:pt x="38" y="46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51" y="62"/>
                    <a:pt x="51" y="62"/>
                    <a:pt x="51" y="62"/>
                  </a:cubicBezTo>
                  <a:cubicBezTo>
                    <a:pt x="51" y="101"/>
                    <a:pt x="51" y="101"/>
                    <a:pt x="51" y="101"/>
                  </a:cubicBezTo>
                  <a:cubicBezTo>
                    <a:pt x="51" y="105"/>
                    <a:pt x="51" y="108"/>
                    <a:pt x="53" y="112"/>
                  </a:cubicBezTo>
                  <a:cubicBezTo>
                    <a:pt x="54" y="116"/>
                    <a:pt x="56" y="119"/>
                    <a:pt x="59" y="122"/>
                  </a:cubicBezTo>
                  <a:cubicBezTo>
                    <a:pt x="61" y="126"/>
                    <a:pt x="65" y="128"/>
                    <a:pt x="70" y="131"/>
                  </a:cubicBezTo>
                  <a:cubicBezTo>
                    <a:pt x="75" y="133"/>
                    <a:pt x="81" y="134"/>
                    <a:pt x="87" y="133"/>
                  </a:cubicBezTo>
                  <a:cubicBezTo>
                    <a:pt x="91" y="133"/>
                    <a:pt x="95" y="133"/>
                    <a:pt x="100" y="131"/>
                  </a:cubicBezTo>
                  <a:cubicBezTo>
                    <a:pt x="104" y="130"/>
                    <a:pt x="107" y="128"/>
                    <a:pt x="108" y="1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4F52ABE-1504-AC42-960F-2D05507CA222}"/>
                </a:ext>
              </a:extLst>
            </p:cNvPr>
            <p:cNvSpPr txBox="1"/>
            <p:nvPr/>
          </p:nvSpPr>
          <p:spPr>
            <a:xfrm>
              <a:off x="1480920" y="4867356"/>
              <a:ext cx="2796338" cy="300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@InfosysConsltng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B888C74-0729-9545-BA95-5651B3813991}"/>
              </a:ext>
            </a:extLst>
          </p:cNvPr>
          <p:cNvGrpSpPr/>
          <p:nvPr userDrawn="1"/>
        </p:nvGrpSpPr>
        <p:grpSpPr>
          <a:xfrm>
            <a:off x="1079578" y="5827946"/>
            <a:ext cx="3163382" cy="300531"/>
            <a:chOff x="1108591" y="3979214"/>
            <a:chExt cx="3163382" cy="30053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1F79082-4B0A-F442-A05C-DB07011455B3}"/>
                </a:ext>
              </a:extLst>
            </p:cNvPr>
            <p:cNvSpPr txBox="1"/>
            <p:nvPr/>
          </p:nvSpPr>
          <p:spPr>
            <a:xfrm>
              <a:off x="1475635" y="3979214"/>
              <a:ext cx="2796338" cy="300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InfosysConsultingInsights.com</a:t>
              </a:r>
            </a:p>
          </p:txBody>
        </p:sp>
        <p:sp>
          <p:nvSpPr>
            <p:cNvPr id="31" name="Rounded Rectangle 5">
              <a:extLst>
                <a:ext uri="{FF2B5EF4-FFF2-40B4-BE49-F238E27FC236}">
                  <a16:creationId xmlns:a16="http://schemas.microsoft.com/office/drawing/2014/main" id="{8CD582A3-4851-B445-AD17-D17C164411F5}"/>
                </a:ext>
              </a:extLst>
            </p:cNvPr>
            <p:cNvSpPr/>
            <p:nvPr/>
          </p:nvSpPr>
          <p:spPr>
            <a:xfrm>
              <a:off x="1108591" y="3979214"/>
              <a:ext cx="299803" cy="29980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51F0D87-455A-FC42-A8A9-8768DBC936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8635" y="4048131"/>
              <a:ext cx="239713" cy="163513"/>
            </a:xfrm>
            <a:custGeom>
              <a:avLst/>
              <a:gdLst>
                <a:gd name="T0" fmla="*/ 20 w 228"/>
                <a:gd name="T1" fmla="*/ 125 h 156"/>
                <a:gd name="T2" fmla="*/ 20 w 228"/>
                <a:gd name="T3" fmla="*/ 10 h 156"/>
                <a:gd name="T4" fmla="*/ 24 w 228"/>
                <a:gd name="T5" fmla="*/ 3 h 156"/>
                <a:gd name="T6" fmla="*/ 31 w 228"/>
                <a:gd name="T7" fmla="*/ 0 h 156"/>
                <a:gd name="T8" fmla="*/ 197 w 228"/>
                <a:gd name="T9" fmla="*/ 0 h 156"/>
                <a:gd name="T10" fmla="*/ 204 w 228"/>
                <a:gd name="T11" fmla="*/ 3 h 156"/>
                <a:gd name="T12" fmla="*/ 207 w 228"/>
                <a:gd name="T13" fmla="*/ 10 h 156"/>
                <a:gd name="T14" fmla="*/ 207 w 228"/>
                <a:gd name="T15" fmla="*/ 125 h 156"/>
                <a:gd name="T16" fmla="*/ 228 w 228"/>
                <a:gd name="T17" fmla="*/ 145 h 156"/>
                <a:gd name="T18" fmla="*/ 225 w 228"/>
                <a:gd name="T19" fmla="*/ 153 h 156"/>
                <a:gd name="T20" fmla="*/ 218 w 228"/>
                <a:gd name="T21" fmla="*/ 156 h 156"/>
                <a:gd name="T22" fmla="*/ 10 w 228"/>
                <a:gd name="T23" fmla="*/ 156 h 156"/>
                <a:gd name="T24" fmla="*/ 2 w 228"/>
                <a:gd name="T25" fmla="*/ 153 h 156"/>
                <a:gd name="T26" fmla="*/ 0 w 228"/>
                <a:gd name="T27" fmla="*/ 145 h 156"/>
                <a:gd name="T28" fmla="*/ 20 w 228"/>
                <a:gd name="T29" fmla="*/ 125 h 156"/>
                <a:gd name="T30" fmla="*/ 31 w 228"/>
                <a:gd name="T31" fmla="*/ 125 h 156"/>
                <a:gd name="T32" fmla="*/ 197 w 228"/>
                <a:gd name="T33" fmla="*/ 125 h 156"/>
                <a:gd name="T34" fmla="*/ 197 w 228"/>
                <a:gd name="T35" fmla="*/ 10 h 156"/>
                <a:gd name="T36" fmla="*/ 31 w 228"/>
                <a:gd name="T37" fmla="*/ 10 h 156"/>
                <a:gd name="T38" fmla="*/ 31 w 228"/>
                <a:gd name="T39" fmla="*/ 125 h 156"/>
                <a:gd name="T40" fmla="*/ 85 w 228"/>
                <a:gd name="T41" fmla="*/ 144 h 156"/>
                <a:gd name="T42" fmla="*/ 88 w 228"/>
                <a:gd name="T43" fmla="*/ 145 h 156"/>
                <a:gd name="T44" fmla="*/ 140 w 228"/>
                <a:gd name="T45" fmla="*/ 145 h 156"/>
                <a:gd name="T46" fmla="*/ 143 w 228"/>
                <a:gd name="T47" fmla="*/ 144 h 156"/>
                <a:gd name="T48" fmla="*/ 143 w 228"/>
                <a:gd name="T49" fmla="*/ 144 h 156"/>
                <a:gd name="T50" fmla="*/ 136 w 228"/>
                <a:gd name="T51" fmla="*/ 137 h 156"/>
                <a:gd name="T52" fmla="*/ 132 w 228"/>
                <a:gd name="T53" fmla="*/ 136 h 156"/>
                <a:gd name="T54" fmla="*/ 95 w 228"/>
                <a:gd name="T55" fmla="*/ 136 h 156"/>
                <a:gd name="T56" fmla="*/ 92 w 228"/>
                <a:gd name="T57" fmla="*/ 137 h 156"/>
                <a:gd name="T58" fmla="*/ 85 w 228"/>
                <a:gd name="T59" fmla="*/ 144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8" h="156">
                  <a:moveTo>
                    <a:pt x="20" y="125"/>
                  </a:moveTo>
                  <a:cubicBezTo>
                    <a:pt x="20" y="10"/>
                    <a:pt x="20" y="10"/>
                    <a:pt x="20" y="10"/>
                  </a:cubicBezTo>
                  <a:cubicBezTo>
                    <a:pt x="20" y="7"/>
                    <a:pt x="21" y="5"/>
                    <a:pt x="24" y="3"/>
                  </a:cubicBezTo>
                  <a:cubicBezTo>
                    <a:pt x="26" y="1"/>
                    <a:pt x="28" y="0"/>
                    <a:pt x="31" y="0"/>
                  </a:cubicBezTo>
                  <a:cubicBezTo>
                    <a:pt x="197" y="0"/>
                    <a:pt x="197" y="0"/>
                    <a:pt x="197" y="0"/>
                  </a:cubicBezTo>
                  <a:cubicBezTo>
                    <a:pt x="199" y="0"/>
                    <a:pt x="202" y="1"/>
                    <a:pt x="204" y="3"/>
                  </a:cubicBezTo>
                  <a:cubicBezTo>
                    <a:pt x="206" y="5"/>
                    <a:pt x="207" y="7"/>
                    <a:pt x="207" y="10"/>
                  </a:cubicBezTo>
                  <a:cubicBezTo>
                    <a:pt x="207" y="125"/>
                    <a:pt x="207" y="125"/>
                    <a:pt x="207" y="125"/>
                  </a:cubicBezTo>
                  <a:cubicBezTo>
                    <a:pt x="228" y="145"/>
                    <a:pt x="228" y="145"/>
                    <a:pt x="228" y="145"/>
                  </a:cubicBezTo>
                  <a:cubicBezTo>
                    <a:pt x="228" y="148"/>
                    <a:pt x="227" y="151"/>
                    <a:pt x="225" y="153"/>
                  </a:cubicBezTo>
                  <a:cubicBezTo>
                    <a:pt x="223" y="155"/>
                    <a:pt x="221" y="156"/>
                    <a:pt x="218" y="156"/>
                  </a:cubicBezTo>
                  <a:cubicBezTo>
                    <a:pt x="10" y="156"/>
                    <a:pt x="10" y="156"/>
                    <a:pt x="10" y="156"/>
                  </a:cubicBezTo>
                  <a:cubicBezTo>
                    <a:pt x="7" y="156"/>
                    <a:pt x="4" y="155"/>
                    <a:pt x="2" y="153"/>
                  </a:cubicBezTo>
                  <a:cubicBezTo>
                    <a:pt x="0" y="151"/>
                    <a:pt x="0" y="148"/>
                    <a:pt x="0" y="145"/>
                  </a:cubicBezTo>
                  <a:lnTo>
                    <a:pt x="20" y="125"/>
                  </a:lnTo>
                  <a:close/>
                  <a:moveTo>
                    <a:pt x="31" y="125"/>
                  </a:moveTo>
                  <a:cubicBezTo>
                    <a:pt x="197" y="125"/>
                    <a:pt x="197" y="125"/>
                    <a:pt x="197" y="125"/>
                  </a:cubicBezTo>
                  <a:cubicBezTo>
                    <a:pt x="197" y="10"/>
                    <a:pt x="197" y="10"/>
                    <a:pt x="197" y="10"/>
                  </a:cubicBezTo>
                  <a:cubicBezTo>
                    <a:pt x="31" y="10"/>
                    <a:pt x="31" y="10"/>
                    <a:pt x="31" y="10"/>
                  </a:cubicBezTo>
                  <a:lnTo>
                    <a:pt x="31" y="125"/>
                  </a:lnTo>
                  <a:close/>
                  <a:moveTo>
                    <a:pt x="85" y="144"/>
                  </a:moveTo>
                  <a:cubicBezTo>
                    <a:pt x="85" y="145"/>
                    <a:pt x="86" y="145"/>
                    <a:pt x="88" y="145"/>
                  </a:cubicBezTo>
                  <a:cubicBezTo>
                    <a:pt x="140" y="145"/>
                    <a:pt x="140" y="145"/>
                    <a:pt x="140" y="145"/>
                  </a:cubicBezTo>
                  <a:cubicBezTo>
                    <a:pt x="142" y="145"/>
                    <a:pt x="143" y="145"/>
                    <a:pt x="143" y="144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36" y="137"/>
                    <a:pt x="136" y="137"/>
                    <a:pt x="136" y="137"/>
                  </a:cubicBezTo>
                  <a:cubicBezTo>
                    <a:pt x="136" y="137"/>
                    <a:pt x="134" y="136"/>
                    <a:pt x="132" y="136"/>
                  </a:cubicBezTo>
                  <a:cubicBezTo>
                    <a:pt x="95" y="136"/>
                    <a:pt x="95" y="136"/>
                    <a:pt x="95" y="136"/>
                  </a:cubicBezTo>
                  <a:cubicBezTo>
                    <a:pt x="93" y="136"/>
                    <a:pt x="92" y="137"/>
                    <a:pt x="92" y="137"/>
                  </a:cubicBezTo>
                  <a:cubicBezTo>
                    <a:pt x="85" y="144"/>
                    <a:pt x="85" y="144"/>
                    <a:pt x="85" y="144"/>
                  </a:cubicBezTo>
                  <a:close/>
                </a:path>
              </a:pathLst>
            </a:custGeom>
            <a:solidFill>
              <a:srgbClr val="007CC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</p:grp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19EA5B69-480A-A948-8BF5-04C9CA2810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2874" y="3892385"/>
            <a:ext cx="2405755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9A681E95-D173-6C48-B6A7-345D4CA1F4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2874" y="4347656"/>
            <a:ext cx="2405755" cy="483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35AE96FB-79A5-E44B-8D7E-39B7C2B5AA8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170128" y="2404608"/>
            <a:ext cx="1087549" cy="142740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4" name="Rectangle: Diagonal Corners Rounded 22">
            <a:extLst>
              <a:ext uri="{FF2B5EF4-FFF2-40B4-BE49-F238E27FC236}">
                <a16:creationId xmlns:a16="http://schemas.microsoft.com/office/drawing/2014/main" id="{158EBCCC-B3AD-0446-865D-C5D0F30946CB}"/>
              </a:ext>
            </a:extLst>
          </p:cNvPr>
          <p:cNvSpPr/>
          <p:nvPr userDrawn="1"/>
        </p:nvSpPr>
        <p:spPr>
          <a:xfrm>
            <a:off x="4502770" y="2228656"/>
            <a:ext cx="1258726" cy="1486519"/>
          </a:xfrm>
          <a:prstGeom prst="round2Diag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F010A1B0-B565-ED48-8301-0BCA760B62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02770" y="3892385"/>
            <a:ext cx="2405755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880F9F02-AAB5-3D4D-9ECB-DC5586ADB3F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02770" y="4347656"/>
            <a:ext cx="2405755" cy="483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54">
            <a:extLst>
              <a:ext uri="{FF2B5EF4-FFF2-40B4-BE49-F238E27FC236}">
                <a16:creationId xmlns:a16="http://schemas.microsoft.com/office/drawing/2014/main" id="{5A3AA765-C639-3044-B992-8F3A1A96742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680024" y="2404608"/>
            <a:ext cx="1087549" cy="142740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3" name="Rectangle: Diagonal Corners Rounded 22">
            <a:extLst>
              <a:ext uri="{FF2B5EF4-FFF2-40B4-BE49-F238E27FC236}">
                <a16:creationId xmlns:a16="http://schemas.microsoft.com/office/drawing/2014/main" id="{02C1AB4B-DCB6-6E45-AF21-8951EF5BC193}"/>
              </a:ext>
            </a:extLst>
          </p:cNvPr>
          <p:cNvSpPr/>
          <p:nvPr userDrawn="1"/>
        </p:nvSpPr>
        <p:spPr>
          <a:xfrm>
            <a:off x="8041965" y="2228656"/>
            <a:ext cx="1258726" cy="1486519"/>
          </a:xfrm>
          <a:prstGeom prst="round2Diag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53389BD4-87FE-FC43-8E0B-DB5BB60253E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41965" y="3892385"/>
            <a:ext cx="2405755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2BA5721B-4D5E-9A46-B8B0-9BB2DD3FF5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41965" y="4347656"/>
            <a:ext cx="2405755" cy="483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54">
            <a:extLst>
              <a:ext uri="{FF2B5EF4-FFF2-40B4-BE49-F238E27FC236}">
                <a16:creationId xmlns:a16="http://schemas.microsoft.com/office/drawing/2014/main" id="{C457CCDD-0BE2-F545-9AA5-EAE7A4C6633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219219" y="2404608"/>
            <a:ext cx="1087549" cy="142740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1ACE42-1210-0D4D-81A8-C8AC33D37E86}"/>
              </a:ext>
            </a:extLst>
          </p:cNvPr>
          <p:cNvSpPr/>
          <p:nvPr userDrawn="1"/>
        </p:nvSpPr>
        <p:spPr bwMode="gray">
          <a:xfrm>
            <a:off x="312510" y="6483975"/>
            <a:ext cx="254349" cy="168101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r"/>
            <a:fld id="{7A58C72A-FAEE-4A7B-812F-151929DEA70F}" type="slidenum">
              <a:rPr lang="en-US" sz="800" b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pPr lvl="0" algn="r"/>
              <a:t>‹#›</a:t>
            </a:fld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6FF82C9-D6EE-694F-B3AF-17FFB7DCA742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607142" y="6491233"/>
            <a:ext cx="3996000" cy="160844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l"/>
            <a:r>
              <a:rPr lang="en-GB" sz="800" b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Infosys Consulting 2021</a:t>
            </a:r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0833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4209CC-E18F-9A40-831E-BE2335BBE450}"/>
              </a:ext>
            </a:extLst>
          </p:cNvPr>
          <p:cNvSpPr/>
          <p:nvPr userDrawn="1"/>
        </p:nvSpPr>
        <p:spPr>
          <a:xfrm>
            <a:off x="487180" y="509666"/>
            <a:ext cx="11774774" cy="5876144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D8D025B8-FA1B-314A-BA26-364054B39F37}"/>
              </a:ext>
            </a:extLst>
          </p:cNvPr>
          <p:cNvSpPr/>
          <p:nvPr userDrawn="1"/>
        </p:nvSpPr>
        <p:spPr>
          <a:xfrm>
            <a:off x="487180" y="509666"/>
            <a:ext cx="11704820" cy="5876144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BC9175EE-5134-DC47-992E-754D21985CD1}"/>
              </a:ext>
            </a:extLst>
          </p:cNvPr>
          <p:cNvSpPr/>
          <p:nvPr userDrawn="1"/>
        </p:nvSpPr>
        <p:spPr>
          <a:xfrm rot="5400000" flipH="1" flipV="1">
            <a:off x="6748072" y="941882"/>
            <a:ext cx="5876144" cy="5011711"/>
          </a:xfrm>
          <a:prstGeom prst="rtTriangle">
            <a:avLst/>
          </a:prstGeom>
          <a:solidFill>
            <a:srgbClr val="00206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EF43BA-0850-1940-BE7C-B70AF9D58691}"/>
              </a:ext>
            </a:extLst>
          </p:cNvPr>
          <p:cNvSpPr txBox="1"/>
          <p:nvPr userDrawn="1"/>
        </p:nvSpPr>
        <p:spPr>
          <a:xfrm>
            <a:off x="831307" y="1043772"/>
            <a:ext cx="8876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Stay Ahead of the Competition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154F5D-B371-8A4D-86B2-BF46D490F159}"/>
              </a:ext>
            </a:extLst>
          </p:cNvPr>
          <p:cNvSpPr txBox="1"/>
          <p:nvPr userDrawn="1"/>
        </p:nvSpPr>
        <p:spPr>
          <a:xfrm>
            <a:off x="815495" y="1494886"/>
            <a:ext cx="6294839" cy="532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MEET THE EXPERTS</a:t>
            </a:r>
          </a:p>
        </p:txBody>
      </p:sp>
      <p:sp>
        <p:nvSpPr>
          <p:cNvPr id="11" name="Rectangle: Diagonal Corners Rounded 22">
            <a:extLst>
              <a:ext uri="{FF2B5EF4-FFF2-40B4-BE49-F238E27FC236}">
                <a16:creationId xmlns:a16="http://schemas.microsoft.com/office/drawing/2014/main" id="{542E4A91-2E1A-564A-81C9-A17233DD3DA1}"/>
              </a:ext>
            </a:extLst>
          </p:cNvPr>
          <p:cNvSpPr/>
          <p:nvPr userDrawn="1"/>
        </p:nvSpPr>
        <p:spPr>
          <a:xfrm>
            <a:off x="887677" y="2233998"/>
            <a:ext cx="940732" cy="1110977"/>
          </a:xfrm>
          <a:prstGeom prst="round2Diag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83AFE87-60DB-0F42-B17B-9BDEF1434B0A}"/>
              </a:ext>
            </a:extLst>
          </p:cNvPr>
          <p:cNvGrpSpPr/>
          <p:nvPr userDrawn="1"/>
        </p:nvGrpSpPr>
        <p:grpSpPr>
          <a:xfrm>
            <a:off x="4562208" y="5827946"/>
            <a:ext cx="3168667" cy="300985"/>
            <a:chOff x="1108591" y="4452272"/>
            <a:chExt cx="3168667" cy="300985"/>
          </a:xfrm>
        </p:grpSpPr>
        <p:sp>
          <p:nvSpPr>
            <p:cNvPr id="24" name="Freeform 137">
              <a:extLst>
                <a:ext uri="{FF2B5EF4-FFF2-40B4-BE49-F238E27FC236}">
                  <a16:creationId xmlns:a16="http://schemas.microsoft.com/office/drawing/2014/main" id="{CBCC77B0-EF5D-6344-A007-691E523829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8591" y="4452272"/>
              <a:ext cx="299558" cy="299558"/>
            </a:xfrm>
            <a:custGeom>
              <a:avLst/>
              <a:gdLst>
                <a:gd name="T0" fmla="*/ 146 w 146"/>
                <a:gd name="T1" fmla="*/ 28 h 146"/>
                <a:gd name="T2" fmla="*/ 146 w 146"/>
                <a:gd name="T3" fmla="*/ 118 h 146"/>
                <a:gd name="T4" fmla="*/ 138 w 146"/>
                <a:gd name="T5" fmla="*/ 138 h 146"/>
                <a:gd name="T6" fmla="*/ 118 w 146"/>
                <a:gd name="T7" fmla="*/ 146 h 146"/>
                <a:gd name="T8" fmla="*/ 28 w 146"/>
                <a:gd name="T9" fmla="*/ 146 h 146"/>
                <a:gd name="T10" fmla="*/ 8 w 146"/>
                <a:gd name="T11" fmla="*/ 138 h 146"/>
                <a:gd name="T12" fmla="*/ 0 w 146"/>
                <a:gd name="T13" fmla="*/ 118 h 146"/>
                <a:gd name="T14" fmla="*/ 0 w 146"/>
                <a:gd name="T15" fmla="*/ 28 h 146"/>
                <a:gd name="T16" fmla="*/ 8 w 146"/>
                <a:gd name="T17" fmla="*/ 8 h 146"/>
                <a:gd name="T18" fmla="*/ 28 w 146"/>
                <a:gd name="T19" fmla="*/ 0 h 146"/>
                <a:gd name="T20" fmla="*/ 118 w 146"/>
                <a:gd name="T21" fmla="*/ 0 h 146"/>
                <a:gd name="T22" fmla="*/ 138 w 146"/>
                <a:gd name="T23" fmla="*/ 8 h 146"/>
                <a:gd name="T24" fmla="*/ 146 w 146"/>
                <a:gd name="T25" fmla="*/ 28 h 146"/>
                <a:gd name="T26" fmla="*/ 46 w 146"/>
                <a:gd name="T27" fmla="*/ 36 h 146"/>
                <a:gd name="T28" fmla="*/ 43 w 146"/>
                <a:gd name="T29" fmla="*/ 28 h 146"/>
                <a:gd name="T30" fmla="*/ 34 w 146"/>
                <a:gd name="T31" fmla="*/ 25 h 146"/>
                <a:gd name="T32" fmla="*/ 25 w 146"/>
                <a:gd name="T33" fmla="*/ 28 h 146"/>
                <a:gd name="T34" fmla="*/ 21 w 146"/>
                <a:gd name="T35" fmla="*/ 36 h 146"/>
                <a:gd name="T36" fmla="*/ 25 w 146"/>
                <a:gd name="T37" fmla="*/ 44 h 146"/>
                <a:gd name="T38" fmla="*/ 33 w 146"/>
                <a:gd name="T39" fmla="*/ 47 h 146"/>
                <a:gd name="T40" fmla="*/ 34 w 146"/>
                <a:gd name="T41" fmla="*/ 47 h 146"/>
                <a:gd name="T42" fmla="*/ 43 w 146"/>
                <a:gd name="T43" fmla="*/ 44 h 146"/>
                <a:gd name="T44" fmla="*/ 46 w 146"/>
                <a:gd name="T45" fmla="*/ 36 h 146"/>
                <a:gd name="T46" fmla="*/ 23 w 146"/>
                <a:gd name="T47" fmla="*/ 122 h 146"/>
                <a:gd name="T48" fmla="*/ 45 w 146"/>
                <a:gd name="T49" fmla="*/ 122 h 146"/>
                <a:gd name="T50" fmla="*/ 45 w 146"/>
                <a:gd name="T51" fmla="*/ 56 h 146"/>
                <a:gd name="T52" fmla="*/ 23 w 146"/>
                <a:gd name="T53" fmla="*/ 56 h 146"/>
                <a:gd name="T54" fmla="*/ 23 w 146"/>
                <a:gd name="T55" fmla="*/ 122 h 146"/>
                <a:gd name="T56" fmla="*/ 101 w 146"/>
                <a:gd name="T57" fmla="*/ 122 h 146"/>
                <a:gd name="T58" fmla="*/ 123 w 146"/>
                <a:gd name="T59" fmla="*/ 122 h 146"/>
                <a:gd name="T60" fmla="*/ 123 w 146"/>
                <a:gd name="T61" fmla="*/ 84 h 146"/>
                <a:gd name="T62" fmla="*/ 116 w 146"/>
                <a:gd name="T63" fmla="*/ 62 h 146"/>
                <a:gd name="T64" fmla="*/ 98 w 146"/>
                <a:gd name="T65" fmla="*/ 55 h 146"/>
                <a:gd name="T66" fmla="*/ 78 w 146"/>
                <a:gd name="T67" fmla="*/ 66 h 146"/>
                <a:gd name="T68" fmla="*/ 78 w 146"/>
                <a:gd name="T69" fmla="*/ 66 h 146"/>
                <a:gd name="T70" fmla="*/ 78 w 146"/>
                <a:gd name="T71" fmla="*/ 56 h 146"/>
                <a:gd name="T72" fmla="*/ 57 w 146"/>
                <a:gd name="T73" fmla="*/ 56 h 146"/>
                <a:gd name="T74" fmla="*/ 57 w 146"/>
                <a:gd name="T75" fmla="*/ 122 h 146"/>
                <a:gd name="T76" fmla="*/ 78 w 146"/>
                <a:gd name="T77" fmla="*/ 122 h 146"/>
                <a:gd name="T78" fmla="*/ 78 w 146"/>
                <a:gd name="T79" fmla="*/ 85 h 146"/>
                <a:gd name="T80" fmla="*/ 79 w 146"/>
                <a:gd name="T81" fmla="*/ 80 h 146"/>
                <a:gd name="T82" fmla="*/ 83 w 146"/>
                <a:gd name="T83" fmla="*/ 74 h 146"/>
                <a:gd name="T84" fmla="*/ 90 w 146"/>
                <a:gd name="T85" fmla="*/ 72 h 146"/>
                <a:gd name="T86" fmla="*/ 101 w 146"/>
                <a:gd name="T87" fmla="*/ 87 h 146"/>
                <a:gd name="T88" fmla="*/ 101 w 146"/>
                <a:gd name="T89" fmla="*/ 122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6" h="146">
                  <a:moveTo>
                    <a:pt x="146" y="28"/>
                  </a:moveTo>
                  <a:cubicBezTo>
                    <a:pt x="146" y="118"/>
                    <a:pt x="146" y="118"/>
                    <a:pt x="146" y="118"/>
                  </a:cubicBezTo>
                  <a:cubicBezTo>
                    <a:pt x="146" y="126"/>
                    <a:pt x="143" y="132"/>
                    <a:pt x="138" y="138"/>
                  </a:cubicBezTo>
                  <a:cubicBezTo>
                    <a:pt x="132" y="143"/>
                    <a:pt x="126" y="146"/>
                    <a:pt x="118" y="146"/>
                  </a:cubicBezTo>
                  <a:cubicBezTo>
                    <a:pt x="28" y="146"/>
                    <a:pt x="28" y="146"/>
                    <a:pt x="28" y="146"/>
                  </a:cubicBezTo>
                  <a:cubicBezTo>
                    <a:pt x="20" y="146"/>
                    <a:pt x="14" y="143"/>
                    <a:pt x="8" y="138"/>
                  </a:cubicBezTo>
                  <a:cubicBezTo>
                    <a:pt x="3" y="132"/>
                    <a:pt x="0" y="126"/>
                    <a:pt x="0" y="11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0"/>
                    <a:pt x="3" y="14"/>
                    <a:pt x="8" y="8"/>
                  </a:cubicBezTo>
                  <a:cubicBezTo>
                    <a:pt x="14" y="3"/>
                    <a:pt x="20" y="0"/>
                    <a:pt x="28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6" y="0"/>
                    <a:pt x="132" y="3"/>
                    <a:pt x="138" y="8"/>
                  </a:cubicBezTo>
                  <a:cubicBezTo>
                    <a:pt x="143" y="14"/>
                    <a:pt x="146" y="20"/>
                    <a:pt x="146" y="28"/>
                  </a:cubicBezTo>
                  <a:close/>
                  <a:moveTo>
                    <a:pt x="46" y="36"/>
                  </a:moveTo>
                  <a:cubicBezTo>
                    <a:pt x="46" y="33"/>
                    <a:pt x="45" y="30"/>
                    <a:pt x="43" y="28"/>
                  </a:cubicBezTo>
                  <a:cubicBezTo>
                    <a:pt x="40" y="26"/>
                    <a:pt x="37" y="25"/>
                    <a:pt x="34" y="25"/>
                  </a:cubicBezTo>
                  <a:cubicBezTo>
                    <a:pt x="30" y="25"/>
                    <a:pt x="27" y="26"/>
                    <a:pt x="25" y="28"/>
                  </a:cubicBezTo>
                  <a:cubicBezTo>
                    <a:pt x="23" y="30"/>
                    <a:pt x="21" y="33"/>
                    <a:pt x="21" y="36"/>
                  </a:cubicBezTo>
                  <a:cubicBezTo>
                    <a:pt x="21" y="39"/>
                    <a:pt x="22" y="42"/>
                    <a:pt x="25" y="44"/>
                  </a:cubicBezTo>
                  <a:cubicBezTo>
                    <a:pt x="27" y="46"/>
                    <a:pt x="30" y="47"/>
                    <a:pt x="33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7" y="47"/>
                    <a:pt x="40" y="46"/>
                    <a:pt x="43" y="44"/>
                  </a:cubicBezTo>
                  <a:cubicBezTo>
                    <a:pt x="45" y="42"/>
                    <a:pt x="46" y="39"/>
                    <a:pt x="46" y="36"/>
                  </a:cubicBezTo>
                  <a:close/>
                  <a:moveTo>
                    <a:pt x="23" y="122"/>
                  </a:moveTo>
                  <a:cubicBezTo>
                    <a:pt x="45" y="122"/>
                    <a:pt x="45" y="122"/>
                    <a:pt x="45" y="122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23" y="56"/>
                    <a:pt x="23" y="56"/>
                    <a:pt x="23" y="56"/>
                  </a:cubicBezTo>
                  <a:lnTo>
                    <a:pt x="23" y="122"/>
                  </a:lnTo>
                  <a:close/>
                  <a:moveTo>
                    <a:pt x="101" y="122"/>
                  </a:moveTo>
                  <a:cubicBezTo>
                    <a:pt x="123" y="122"/>
                    <a:pt x="123" y="122"/>
                    <a:pt x="123" y="122"/>
                  </a:cubicBezTo>
                  <a:cubicBezTo>
                    <a:pt x="123" y="84"/>
                    <a:pt x="123" y="84"/>
                    <a:pt x="123" y="84"/>
                  </a:cubicBezTo>
                  <a:cubicBezTo>
                    <a:pt x="123" y="75"/>
                    <a:pt x="121" y="67"/>
                    <a:pt x="116" y="62"/>
                  </a:cubicBezTo>
                  <a:cubicBezTo>
                    <a:pt x="112" y="57"/>
                    <a:pt x="106" y="55"/>
                    <a:pt x="98" y="55"/>
                  </a:cubicBezTo>
                  <a:cubicBezTo>
                    <a:pt x="89" y="55"/>
                    <a:pt x="83" y="58"/>
                    <a:pt x="78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60"/>
                    <a:pt x="57" y="82"/>
                    <a:pt x="57" y="122"/>
                  </a:cubicBezTo>
                  <a:cubicBezTo>
                    <a:pt x="78" y="122"/>
                    <a:pt x="78" y="122"/>
                    <a:pt x="78" y="122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83"/>
                    <a:pt x="79" y="81"/>
                    <a:pt x="79" y="80"/>
                  </a:cubicBezTo>
                  <a:cubicBezTo>
                    <a:pt x="80" y="78"/>
                    <a:pt x="81" y="76"/>
                    <a:pt x="83" y="74"/>
                  </a:cubicBezTo>
                  <a:cubicBezTo>
                    <a:pt x="85" y="73"/>
                    <a:pt x="88" y="72"/>
                    <a:pt x="90" y="72"/>
                  </a:cubicBezTo>
                  <a:cubicBezTo>
                    <a:pt x="98" y="72"/>
                    <a:pt x="101" y="77"/>
                    <a:pt x="101" y="87"/>
                  </a:cubicBezTo>
                  <a:lnTo>
                    <a:pt x="101" y="1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CD42689-1A94-C145-8A33-5B48292B24D8}"/>
                </a:ext>
              </a:extLst>
            </p:cNvPr>
            <p:cNvSpPr txBox="1"/>
            <p:nvPr/>
          </p:nvSpPr>
          <p:spPr>
            <a:xfrm>
              <a:off x="1480920" y="4452726"/>
              <a:ext cx="2796338" cy="300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company/</a:t>
              </a:r>
              <a:r>
                <a:rPr lang="en-US" sz="120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InfosysConsulting</a:t>
              </a:r>
              <a:endPara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17E831E-776A-3B4D-92A9-A7200925421E}"/>
              </a:ext>
            </a:extLst>
          </p:cNvPr>
          <p:cNvGrpSpPr/>
          <p:nvPr userDrawn="1"/>
        </p:nvGrpSpPr>
        <p:grpSpPr>
          <a:xfrm>
            <a:off x="7839331" y="5833504"/>
            <a:ext cx="3168668" cy="300531"/>
            <a:chOff x="1108590" y="4867356"/>
            <a:chExt cx="3168668" cy="300531"/>
          </a:xfrm>
        </p:grpSpPr>
        <p:sp>
          <p:nvSpPr>
            <p:cNvPr id="27" name="Freeform 340">
              <a:extLst>
                <a:ext uri="{FF2B5EF4-FFF2-40B4-BE49-F238E27FC236}">
                  <a16:creationId xmlns:a16="http://schemas.microsoft.com/office/drawing/2014/main" id="{5C635025-1410-854B-8E5A-6F45C11BCF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8590" y="4867356"/>
              <a:ext cx="302375" cy="283847"/>
            </a:xfrm>
            <a:custGeom>
              <a:avLst/>
              <a:gdLst>
                <a:gd name="T0" fmla="*/ 146 w 146"/>
                <a:gd name="T1" fmla="*/ 28 h 146"/>
                <a:gd name="T2" fmla="*/ 146 w 146"/>
                <a:gd name="T3" fmla="*/ 118 h 146"/>
                <a:gd name="T4" fmla="*/ 138 w 146"/>
                <a:gd name="T5" fmla="*/ 138 h 146"/>
                <a:gd name="T6" fmla="*/ 118 w 146"/>
                <a:gd name="T7" fmla="*/ 146 h 146"/>
                <a:gd name="T8" fmla="*/ 28 w 146"/>
                <a:gd name="T9" fmla="*/ 146 h 146"/>
                <a:gd name="T10" fmla="*/ 8 w 146"/>
                <a:gd name="T11" fmla="*/ 138 h 146"/>
                <a:gd name="T12" fmla="*/ 0 w 146"/>
                <a:gd name="T13" fmla="*/ 118 h 146"/>
                <a:gd name="T14" fmla="*/ 0 w 146"/>
                <a:gd name="T15" fmla="*/ 28 h 146"/>
                <a:gd name="T16" fmla="*/ 8 w 146"/>
                <a:gd name="T17" fmla="*/ 8 h 146"/>
                <a:gd name="T18" fmla="*/ 28 w 146"/>
                <a:gd name="T19" fmla="*/ 0 h 146"/>
                <a:gd name="T20" fmla="*/ 118 w 146"/>
                <a:gd name="T21" fmla="*/ 0 h 146"/>
                <a:gd name="T22" fmla="*/ 138 w 146"/>
                <a:gd name="T23" fmla="*/ 8 h 146"/>
                <a:gd name="T24" fmla="*/ 146 w 146"/>
                <a:gd name="T25" fmla="*/ 28 h 146"/>
                <a:gd name="T26" fmla="*/ 108 w 146"/>
                <a:gd name="T27" fmla="*/ 126 h 146"/>
                <a:gd name="T28" fmla="*/ 102 w 146"/>
                <a:gd name="T29" fmla="*/ 109 h 146"/>
                <a:gd name="T30" fmla="*/ 92 w 146"/>
                <a:gd name="T31" fmla="*/ 111 h 146"/>
                <a:gd name="T32" fmla="*/ 86 w 146"/>
                <a:gd name="T33" fmla="*/ 110 h 146"/>
                <a:gd name="T34" fmla="*/ 83 w 146"/>
                <a:gd name="T35" fmla="*/ 107 h 146"/>
                <a:gd name="T36" fmla="*/ 81 w 146"/>
                <a:gd name="T37" fmla="*/ 103 h 146"/>
                <a:gd name="T38" fmla="*/ 81 w 146"/>
                <a:gd name="T39" fmla="*/ 99 h 146"/>
                <a:gd name="T40" fmla="*/ 81 w 146"/>
                <a:gd name="T41" fmla="*/ 62 h 146"/>
                <a:gd name="T42" fmla="*/ 105 w 146"/>
                <a:gd name="T43" fmla="*/ 62 h 146"/>
                <a:gd name="T44" fmla="*/ 105 w 146"/>
                <a:gd name="T45" fmla="*/ 43 h 146"/>
                <a:gd name="T46" fmla="*/ 81 w 146"/>
                <a:gd name="T47" fmla="*/ 43 h 146"/>
                <a:gd name="T48" fmla="*/ 81 w 146"/>
                <a:gd name="T49" fmla="*/ 12 h 146"/>
                <a:gd name="T50" fmla="*/ 63 w 146"/>
                <a:gd name="T51" fmla="*/ 12 h 146"/>
                <a:gd name="T52" fmla="*/ 62 w 146"/>
                <a:gd name="T53" fmla="*/ 13 h 146"/>
                <a:gd name="T54" fmla="*/ 60 w 146"/>
                <a:gd name="T55" fmla="*/ 22 h 146"/>
                <a:gd name="T56" fmla="*/ 57 w 146"/>
                <a:gd name="T57" fmla="*/ 31 h 146"/>
                <a:gd name="T58" fmla="*/ 49 w 146"/>
                <a:gd name="T59" fmla="*/ 40 h 146"/>
                <a:gd name="T60" fmla="*/ 38 w 146"/>
                <a:gd name="T61" fmla="*/ 46 h 146"/>
                <a:gd name="T62" fmla="*/ 38 w 146"/>
                <a:gd name="T63" fmla="*/ 62 h 146"/>
                <a:gd name="T64" fmla="*/ 51 w 146"/>
                <a:gd name="T65" fmla="*/ 62 h 146"/>
                <a:gd name="T66" fmla="*/ 51 w 146"/>
                <a:gd name="T67" fmla="*/ 101 h 146"/>
                <a:gd name="T68" fmla="*/ 53 w 146"/>
                <a:gd name="T69" fmla="*/ 112 h 146"/>
                <a:gd name="T70" fmla="*/ 59 w 146"/>
                <a:gd name="T71" fmla="*/ 122 h 146"/>
                <a:gd name="T72" fmla="*/ 70 w 146"/>
                <a:gd name="T73" fmla="*/ 131 h 146"/>
                <a:gd name="T74" fmla="*/ 87 w 146"/>
                <a:gd name="T75" fmla="*/ 133 h 146"/>
                <a:gd name="T76" fmla="*/ 100 w 146"/>
                <a:gd name="T77" fmla="*/ 131 h 146"/>
                <a:gd name="T78" fmla="*/ 108 w 146"/>
                <a:gd name="T79" fmla="*/ 1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46" h="146">
                  <a:moveTo>
                    <a:pt x="146" y="28"/>
                  </a:moveTo>
                  <a:cubicBezTo>
                    <a:pt x="146" y="118"/>
                    <a:pt x="146" y="118"/>
                    <a:pt x="146" y="118"/>
                  </a:cubicBezTo>
                  <a:cubicBezTo>
                    <a:pt x="146" y="126"/>
                    <a:pt x="143" y="132"/>
                    <a:pt x="138" y="138"/>
                  </a:cubicBezTo>
                  <a:cubicBezTo>
                    <a:pt x="132" y="143"/>
                    <a:pt x="126" y="146"/>
                    <a:pt x="118" y="146"/>
                  </a:cubicBezTo>
                  <a:cubicBezTo>
                    <a:pt x="28" y="146"/>
                    <a:pt x="28" y="146"/>
                    <a:pt x="28" y="146"/>
                  </a:cubicBezTo>
                  <a:cubicBezTo>
                    <a:pt x="20" y="146"/>
                    <a:pt x="14" y="143"/>
                    <a:pt x="8" y="138"/>
                  </a:cubicBezTo>
                  <a:cubicBezTo>
                    <a:pt x="3" y="132"/>
                    <a:pt x="0" y="126"/>
                    <a:pt x="0" y="11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0"/>
                    <a:pt x="3" y="14"/>
                    <a:pt x="8" y="8"/>
                  </a:cubicBezTo>
                  <a:cubicBezTo>
                    <a:pt x="14" y="3"/>
                    <a:pt x="20" y="0"/>
                    <a:pt x="28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6" y="0"/>
                    <a:pt x="132" y="3"/>
                    <a:pt x="138" y="8"/>
                  </a:cubicBezTo>
                  <a:cubicBezTo>
                    <a:pt x="143" y="14"/>
                    <a:pt x="146" y="20"/>
                    <a:pt x="146" y="28"/>
                  </a:cubicBezTo>
                  <a:close/>
                  <a:moveTo>
                    <a:pt x="108" y="126"/>
                  </a:moveTo>
                  <a:cubicBezTo>
                    <a:pt x="102" y="109"/>
                    <a:pt x="102" y="109"/>
                    <a:pt x="102" y="109"/>
                  </a:cubicBezTo>
                  <a:cubicBezTo>
                    <a:pt x="99" y="110"/>
                    <a:pt x="96" y="111"/>
                    <a:pt x="92" y="111"/>
                  </a:cubicBezTo>
                  <a:cubicBezTo>
                    <a:pt x="90" y="111"/>
                    <a:pt x="88" y="111"/>
                    <a:pt x="86" y="110"/>
                  </a:cubicBezTo>
                  <a:cubicBezTo>
                    <a:pt x="85" y="109"/>
                    <a:pt x="84" y="108"/>
                    <a:pt x="83" y="107"/>
                  </a:cubicBezTo>
                  <a:cubicBezTo>
                    <a:pt x="82" y="106"/>
                    <a:pt x="81" y="105"/>
                    <a:pt x="81" y="103"/>
                  </a:cubicBezTo>
                  <a:cubicBezTo>
                    <a:pt x="81" y="102"/>
                    <a:pt x="81" y="101"/>
                    <a:pt x="81" y="99"/>
                  </a:cubicBezTo>
                  <a:cubicBezTo>
                    <a:pt x="81" y="62"/>
                    <a:pt x="81" y="62"/>
                    <a:pt x="81" y="62"/>
                  </a:cubicBezTo>
                  <a:cubicBezTo>
                    <a:pt x="105" y="62"/>
                    <a:pt x="105" y="62"/>
                    <a:pt x="105" y="62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81" y="43"/>
                    <a:pt x="81" y="43"/>
                    <a:pt x="81" y="43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2" y="12"/>
                    <a:pt x="62" y="13"/>
                    <a:pt x="62" y="13"/>
                  </a:cubicBezTo>
                  <a:cubicBezTo>
                    <a:pt x="62" y="16"/>
                    <a:pt x="61" y="19"/>
                    <a:pt x="60" y="22"/>
                  </a:cubicBezTo>
                  <a:cubicBezTo>
                    <a:pt x="60" y="24"/>
                    <a:pt x="58" y="27"/>
                    <a:pt x="57" y="31"/>
                  </a:cubicBezTo>
                  <a:cubicBezTo>
                    <a:pt x="55" y="34"/>
                    <a:pt x="53" y="37"/>
                    <a:pt x="49" y="40"/>
                  </a:cubicBezTo>
                  <a:cubicBezTo>
                    <a:pt x="46" y="42"/>
                    <a:pt x="43" y="44"/>
                    <a:pt x="38" y="46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51" y="62"/>
                    <a:pt x="51" y="62"/>
                    <a:pt x="51" y="62"/>
                  </a:cubicBezTo>
                  <a:cubicBezTo>
                    <a:pt x="51" y="101"/>
                    <a:pt x="51" y="101"/>
                    <a:pt x="51" y="101"/>
                  </a:cubicBezTo>
                  <a:cubicBezTo>
                    <a:pt x="51" y="105"/>
                    <a:pt x="51" y="108"/>
                    <a:pt x="53" y="112"/>
                  </a:cubicBezTo>
                  <a:cubicBezTo>
                    <a:pt x="54" y="116"/>
                    <a:pt x="56" y="119"/>
                    <a:pt x="59" y="122"/>
                  </a:cubicBezTo>
                  <a:cubicBezTo>
                    <a:pt x="61" y="126"/>
                    <a:pt x="65" y="128"/>
                    <a:pt x="70" y="131"/>
                  </a:cubicBezTo>
                  <a:cubicBezTo>
                    <a:pt x="75" y="133"/>
                    <a:pt x="81" y="134"/>
                    <a:pt x="87" y="133"/>
                  </a:cubicBezTo>
                  <a:cubicBezTo>
                    <a:pt x="91" y="133"/>
                    <a:pt x="95" y="133"/>
                    <a:pt x="100" y="131"/>
                  </a:cubicBezTo>
                  <a:cubicBezTo>
                    <a:pt x="104" y="130"/>
                    <a:pt x="107" y="128"/>
                    <a:pt x="108" y="1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4F52ABE-1504-AC42-960F-2D05507CA222}"/>
                </a:ext>
              </a:extLst>
            </p:cNvPr>
            <p:cNvSpPr txBox="1"/>
            <p:nvPr/>
          </p:nvSpPr>
          <p:spPr>
            <a:xfrm>
              <a:off x="1480920" y="4867356"/>
              <a:ext cx="2796338" cy="300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@InfosysConsltng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B888C74-0729-9545-BA95-5651B3813991}"/>
              </a:ext>
            </a:extLst>
          </p:cNvPr>
          <p:cNvGrpSpPr/>
          <p:nvPr userDrawn="1"/>
        </p:nvGrpSpPr>
        <p:grpSpPr>
          <a:xfrm>
            <a:off x="1079578" y="5827946"/>
            <a:ext cx="3163382" cy="300531"/>
            <a:chOff x="1108591" y="3979214"/>
            <a:chExt cx="3163382" cy="30053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1F79082-4B0A-F442-A05C-DB07011455B3}"/>
                </a:ext>
              </a:extLst>
            </p:cNvPr>
            <p:cNvSpPr txBox="1"/>
            <p:nvPr/>
          </p:nvSpPr>
          <p:spPr>
            <a:xfrm>
              <a:off x="1475635" y="3979214"/>
              <a:ext cx="2796338" cy="300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InfosysConsultingInsights.com</a:t>
              </a:r>
            </a:p>
          </p:txBody>
        </p:sp>
        <p:sp>
          <p:nvSpPr>
            <p:cNvPr id="31" name="Rounded Rectangle 5">
              <a:extLst>
                <a:ext uri="{FF2B5EF4-FFF2-40B4-BE49-F238E27FC236}">
                  <a16:creationId xmlns:a16="http://schemas.microsoft.com/office/drawing/2014/main" id="{8CD582A3-4851-B445-AD17-D17C164411F5}"/>
                </a:ext>
              </a:extLst>
            </p:cNvPr>
            <p:cNvSpPr/>
            <p:nvPr/>
          </p:nvSpPr>
          <p:spPr>
            <a:xfrm>
              <a:off x="1108591" y="3979214"/>
              <a:ext cx="299803" cy="29980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51F0D87-455A-FC42-A8A9-8768DBC936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8635" y="4048131"/>
              <a:ext cx="239713" cy="163513"/>
            </a:xfrm>
            <a:custGeom>
              <a:avLst/>
              <a:gdLst>
                <a:gd name="T0" fmla="*/ 20 w 228"/>
                <a:gd name="T1" fmla="*/ 125 h 156"/>
                <a:gd name="T2" fmla="*/ 20 w 228"/>
                <a:gd name="T3" fmla="*/ 10 h 156"/>
                <a:gd name="T4" fmla="*/ 24 w 228"/>
                <a:gd name="T5" fmla="*/ 3 h 156"/>
                <a:gd name="T6" fmla="*/ 31 w 228"/>
                <a:gd name="T7" fmla="*/ 0 h 156"/>
                <a:gd name="T8" fmla="*/ 197 w 228"/>
                <a:gd name="T9" fmla="*/ 0 h 156"/>
                <a:gd name="T10" fmla="*/ 204 w 228"/>
                <a:gd name="T11" fmla="*/ 3 h 156"/>
                <a:gd name="T12" fmla="*/ 207 w 228"/>
                <a:gd name="T13" fmla="*/ 10 h 156"/>
                <a:gd name="T14" fmla="*/ 207 w 228"/>
                <a:gd name="T15" fmla="*/ 125 h 156"/>
                <a:gd name="T16" fmla="*/ 228 w 228"/>
                <a:gd name="T17" fmla="*/ 145 h 156"/>
                <a:gd name="T18" fmla="*/ 225 w 228"/>
                <a:gd name="T19" fmla="*/ 153 h 156"/>
                <a:gd name="T20" fmla="*/ 218 w 228"/>
                <a:gd name="T21" fmla="*/ 156 h 156"/>
                <a:gd name="T22" fmla="*/ 10 w 228"/>
                <a:gd name="T23" fmla="*/ 156 h 156"/>
                <a:gd name="T24" fmla="*/ 2 w 228"/>
                <a:gd name="T25" fmla="*/ 153 h 156"/>
                <a:gd name="T26" fmla="*/ 0 w 228"/>
                <a:gd name="T27" fmla="*/ 145 h 156"/>
                <a:gd name="T28" fmla="*/ 20 w 228"/>
                <a:gd name="T29" fmla="*/ 125 h 156"/>
                <a:gd name="T30" fmla="*/ 31 w 228"/>
                <a:gd name="T31" fmla="*/ 125 h 156"/>
                <a:gd name="T32" fmla="*/ 197 w 228"/>
                <a:gd name="T33" fmla="*/ 125 h 156"/>
                <a:gd name="T34" fmla="*/ 197 w 228"/>
                <a:gd name="T35" fmla="*/ 10 h 156"/>
                <a:gd name="T36" fmla="*/ 31 w 228"/>
                <a:gd name="T37" fmla="*/ 10 h 156"/>
                <a:gd name="T38" fmla="*/ 31 w 228"/>
                <a:gd name="T39" fmla="*/ 125 h 156"/>
                <a:gd name="T40" fmla="*/ 85 w 228"/>
                <a:gd name="T41" fmla="*/ 144 h 156"/>
                <a:gd name="T42" fmla="*/ 88 w 228"/>
                <a:gd name="T43" fmla="*/ 145 h 156"/>
                <a:gd name="T44" fmla="*/ 140 w 228"/>
                <a:gd name="T45" fmla="*/ 145 h 156"/>
                <a:gd name="T46" fmla="*/ 143 w 228"/>
                <a:gd name="T47" fmla="*/ 144 h 156"/>
                <a:gd name="T48" fmla="*/ 143 w 228"/>
                <a:gd name="T49" fmla="*/ 144 h 156"/>
                <a:gd name="T50" fmla="*/ 136 w 228"/>
                <a:gd name="T51" fmla="*/ 137 h 156"/>
                <a:gd name="T52" fmla="*/ 132 w 228"/>
                <a:gd name="T53" fmla="*/ 136 h 156"/>
                <a:gd name="T54" fmla="*/ 95 w 228"/>
                <a:gd name="T55" fmla="*/ 136 h 156"/>
                <a:gd name="T56" fmla="*/ 92 w 228"/>
                <a:gd name="T57" fmla="*/ 137 h 156"/>
                <a:gd name="T58" fmla="*/ 85 w 228"/>
                <a:gd name="T59" fmla="*/ 144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8" h="156">
                  <a:moveTo>
                    <a:pt x="20" y="125"/>
                  </a:moveTo>
                  <a:cubicBezTo>
                    <a:pt x="20" y="10"/>
                    <a:pt x="20" y="10"/>
                    <a:pt x="20" y="10"/>
                  </a:cubicBezTo>
                  <a:cubicBezTo>
                    <a:pt x="20" y="7"/>
                    <a:pt x="21" y="5"/>
                    <a:pt x="24" y="3"/>
                  </a:cubicBezTo>
                  <a:cubicBezTo>
                    <a:pt x="26" y="1"/>
                    <a:pt x="28" y="0"/>
                    <a:pt x="31" y="0"/>
                  </a:cubicBezTo>
                  <a:cubicBezTo>
                    <a:pt x="197" y="0"/>
                    <a:pt x="197" y="0"/>
                    <a:pt x="197" y="0"/>
                  </a:cubicBezTo>
                  <a:cubicBezTo>
                    <a:pt x="199" y="0"/>
                    <a:pt x="202" y="1"/>
                    <a:pt x="204" y="3"/>
                  </a:cubicBezTo>
                  <a:cubicBezTo>
                    <a:pt x="206" y="5"/>
                    <a:pt x="207" y="7"/>
                    <a:pt x="207" y="10"/>
                  </a:cubicBezTo>
                  <a:cubicBezTo>
                    <a:pt x="207" y="125"/>
                    <a:pt x="207" y="125"/>
                    <a:pt x="207" y="125"/>
                  </a:cubicBezTo>
                  <a:cubicBezTo>
                    <a:pt x="228" y="145"/>
                    <a:pt x="228" y="145"/>
                    <a:pt x="228" y="145"/>
                  </a:cubicBezTo>
                  <a:cubicBezTo>
                    <a:pt x="228" y="148"/>
                    <a:pt x="227" y="151"/>
                    <a:pt x="225" y="153"/>
                  </a:cubicBezTo>
                  <a:cubicBezTo>
                    <a:pt x="223" y="155"/>
                    <a:pt x="221" y="156"/>
                    <a:pt x="218" y="156"/>
                  </a:cubicBezTo>
                  <a:cubicBezTo>
                    <a:pt x="10" y="156"/>
                    <a:pt x="10" y="156"/>
                    <a:pt x="10" y="156"/>
                  </a:cubicBezTo>
                  <a:cubicBezTo>
                    <a:pt x="7" y="156"/>
                    <a:pt x="4" y="155"/>
                    <a:pt x="2" y="153"/>
                  </a:cubicBezTo>
                  <a:cubicBezTo>
                    <a:pt x="0" y="151"/>
                    <a:pt x="0" y="148"/>
                    <a:pt x="0" y="145"/>
                  </a:cubicBezTo>
                  <a:lnTo>
                    <a:pt x="20" y="125"/>
                  </a:lnTo>
                  <a:close/>
                  <a:moveTo>
                    <a:pt x="31" y="125"/>
                  </a:moveTo>
                  <a:cubicBezTo>
                    <a:pt x="197" y="125"/>
                    <a:pt x="197" y="125"/>
                    <a:pt x="197" y="125"/>
                  </a:cubicBezTo>
                  <a:cubicBezTo>
                    <a:pt x="197" y="10"/>
                    <a:pt x="197" y="10"/>
                    <a:pt x="197" y="10"/>
                  </a:cubicBezTo>
                  <a:cubicBezTo>
                    <a:pt x="31" y="10"/>
                    <a:pt x="31" y="10"/>
                    <a:pt x="31" y="10"/>
                  </a:cubicBezTo>
                  <a:lnTo>
                    <a:pt x="31" y="125"/>
                  </a:lnTo>
                  <a:close/>
                  <a:moveTo>
                    <a:pt x="85" y="144"/>
                  </a:moveTo>
                  <a:cubicBezTo>
                    <a:pt x="85" y="145"/>
                    <a:pt x="86" y="145"/>
                    <a:pt x="88" y="145"/>
                  </a:cubicBezTo>
                  <a:cubicBezTo>
                    <a:pt x="140" y="145"/>
                    <a:pt x="140" y="145"/>
                    <a:pt x="140" y="145"/>
                  </a:cubicBezTo>
                  <a:cubicBezTo>
                    <a:pt x="142" y="145"/>
                    <a:pt x="143" y="145"/>
                    <a:pt x="143" y="144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36" y="137"/>
                    <a:pt x="136" y="137"/>
                    <a:pt x="136" y="137"/>
                  </a:cubicBezTo>
                  <a:cubicBezTo>
                    <a:pt x="136" y="137"/>
                    <a:pt x="134" y="136"/>
                    <a:pt x="132" y="136"/>
                  </a:cubicBezTo>
                  <a:cubicBezTo>
                    <a:pt x="95" y="136"/>
                    <a:pt x="95" y="136"/>
                    <a:pt x="95" y="136"/>
                  </a:cubicBezTo>
                  <a:cubicBezTo>
                    <a:pt x="93" y="136"/>
                    <a:pt x="92" y="137"/>
                    <a:pt x="92" y="137"/>
                  </a:cubicBezTo>
                  <a:cubicBezTo>
                    <a:pt x="85" y="144"/>
                    <a:pt x="85" y="144"/>
                    <a:pt x="85" y="144"/>
                  </a:cubicBezTo>
                  <a:close/>
                </a:path>
              </a:pathLst>
            </a:custGeom>
            <a:solidFill>
              <a:srgbClr val="007CC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</p:grpSp>
      <p:sp>
        <p:nvSpPr>
          <p:cNvPr id="33" name="Rectangle: Diagonal Corners Rounded 22">
            <a:extLst>
              <a:ext uri="{FF2B5EF4-FFF2-40B4-BE49-F238E27FC236}">
                <a16:creationId xmlns:a16="http://schemas.microsoft.com/office/drawing/2014/main" id="{F126F04F-28AF-D24F-B716-051D3783E270}"/>
              </a:ext>
            </a:extLst>
          </p:cNvPr>
          <p:cNvSpPr/>
          <p:nvPr userDrawn="1"/>
        </p:nvSpPr>
        <p:spPr>
          <a:xfrm>
            <a:off x="5987576" y="2228825"/>
            <a:ext cx="940732" cy="1110977"/>
          </a:xfrm>
          <a:prstGeom prst="round2Diag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19EA5B69-480A-A948-8BF5-04C9CA2810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74066" y="2418653"/>
            <a:ext cx="2405755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9A681E95-D173-6C48-B6A7-345D4CA1F4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74066" y="2873924"/>
            <a:ext cx="2405755" cy="483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037FB4EC-DE10-7F44-A8FD-56FC0F369A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76543" y="2413480"/>
            <a:ext cx="2405755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D842096C-DE77-514B-9C62-B42BAE1723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76543" y="2868751"/>
            <a:ext cx="2405755" cy="483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Rectangle: Diagonal Corners Rounded 22">
            <a:extLst>
              <a:ext uri="{FF2B5EF4-FFF2-40B4-BE49-F238E27FC236}">
                <a16:creationId xmlns:a16="http://schemas.microsoft.com/office/drawing/2014/main" id="{532A1DC7-9F6B-E34D-A39B-18B475F9DB1A}"/>
              </a:ext>
            </a:extLst>
          </p:cNvPr>
          <p:cNvSpPr/>
          <p:nvPr userDrawn="1"/>
        </p:nvSpPr>
        <p:spPr>
          <a:xfrm>
            <a:off x="887677" y="3794328"/>
            <a:ext cx="940732" cy="1110977"/>
          </a:xfrm>
          <a:prstGeom prst="round2Diag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: Diagonal Corners Rounded 22">
            <a:extLst>
              <a:ext uri="{FF2B5EF4-FFF2-40B4-BE49-F238E27FC236}">
                <a16:creationId xmlns:a16="http://schemas.microsoft.com/office/drawing/2014/main" id="{6BE5A862-8D62-BB41-825F-235866ED4C8C}"/>
              </a:ext>
            </a:extLst>
          </p:cNvPr>
          <p:cNvSpPr/>
          <p:nvPr userDrawn="1"/>
        </p:nvSpPr>
        <p:spPr>
          <a:xfrm>
            <a:off x="5987576" y="3789155"/>
            <a:ext cx="940732" cy="1110977"/>
          </a:xfrm>
          <a:prstGeom prst="round2Diag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A2C5ED52-F332-1D45-B828-259763B5D1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74066" y="3978983"/>
            <a:ext cx="2405755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F223D5EC-FC89-9248-B3C9-111A21BA65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74066" y="4434254"/>
            <a:ext cx="2405755" cy="483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04A237D2-2708-C44B-B321-62C7F3475D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76543" y="3973810"/>
            <a:ext cx="2405755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8530741A-A1AA-F341-B115-A7F7E35FE1E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76543" y="4429081"/>
            <a:ext cx="2405755" cy="483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35AE96FB-79A5-E44B-8D7E-39B7C2B5AA8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64932" y="2409950"/>
            <a:ext cx="812800" cy="1066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6" name="Picture Placeholder 54">
            <a:extLst>
              <a:ext uri="{FF2B5EF4-FFF2-40B4-BE49-F238E27FC236}">
                <a16:creationId xmlns:a16="http://schemas.microsoft.com/office/drawing/2014/main" id="{67409572-B357-D844-AE4F-2ADE947CCFA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76621" y="2409950"/>
            <a:ext cx="812800" cy="1066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8" name="Picture Placeholder 54">
            <a:extLst>
              <a:ext uri="{FF2B5EF4-FFF2-40B4-BE49-F238E27FC236}">
                <a16:creationId xmlns:a16="http://schemas.microsoft.com/office/drawing/2014/main" id="{0D0A75E5-5B89-D14F-86DE-34C3BBDB9A3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91289" y="3974532"/>
            <a:ext cx="812800" cy="1066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9" name="Picture Placeholder 54">
            <a:extLst>
              <a:ext uri="{FF2B5EF4-FFF2-40B4-BE49-F238E27FC236}">
                <a16:creationId xmlns:a16="http://schemas.microsoft.com/office/drawing/2014/main" id="{18367C28-F4C9-B646-A210-20FF58ACF7B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202978" y="3974532"/>
            <a:ext cx="812800" cy="1066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F2C4F5C-8229-754D-AAB8-DBA815333685}"/>
              </a:ext>
            </a:extLst>
          </p:cNvPr>
          <p:cNvSpPr/>
          <p:nvPr userDrawn="1"/>
        </p:nvSpPr>
        <p:spPr bwMode="gray">
          <a:xfrm>
            <a:off x="312510" y="6483975"/>
            <a:ext cx="254349" cy="168101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r"/>
            <a:fld id="{7A58C72A-FAEE-4A7B-812F-151929DEA70F}" type="slidenum">
              <a:rPr lang="en-US" sz="800" b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pPr lvl="0" algn="r"/>
              <a:t>‹#›</a:t>
            </a:fld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1D6BED5-D0B2-CE45-8DB0-5C885C8562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607142" y="6491233"/>
            <a:ext cx="3996000" cy="160844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l"/>
            <a:r>
              <a:rPr lang="en-GB" sz="800" b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Infosys Consulting 2021</a:t>
            </a:r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85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4209CC-E18F-9A40-831E-BE2335BBE450}"/>
              </a:ext>
            </a:extLst>
          </p:cNvPr>
          <p:cNvSpPr/>
          <p:nvPr userDrawn="1"/>
        </p:nvSpPr>
        <p:spPr>
          <a:xfrm>
            <a:off x="487180" y="509666"/>
            <a:ext cx="11774774" cy="5876144"/>
          </a:xfrm>
          <a:prstGeom prst="rect">
            <a:avLst/>
          </a:prstGeom>
          <a:solidFill>
            <a:srgbClr val="007C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D8D025B8-FA1B-314A-BA26-364054B39F37}"/>
              </a:ext>
            </a:extLst>
          </p:cNvPr>
          <p:cNvSpPr/>
          <p:nvPr userDrawn="1"/>
        </p:nvSpPr>
        <p:spPr>
          <a:xfrm>
            <a:off x="487180" y="509666"/>
            <a:ext cx="11704820" cy="5876144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BC9175EE-5134-DC47-992E-754D21985CD1}"/>
              </a:ext>
            </a:extLst>
          </p:cNvPr>
          <p:cNvSpPr/>
          <p:nvPr userDrawn="1"/>
        </p:nvSpPr>
        <p:spPr>
          <a:xfrm rot="5400000" flipH="1" flipV="1">
            <a:off x="6748072" y="941882"/>
            <a:ext cx="5876144" cy="5011711"/>
          </a:xfrm>
          <a:prstGeom prst="rtTriangle">
            <a:avLst/>
          </a:prstGeom>
          <a:solidFill>
            <a:srgbClr val="002060">
              <a:alpha val="1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EF43BA-0850-1940-BE7C-B70AF9D58691}"/>
              </a:ext>
            </a:extLst>
          </p:cNvPr>
          <p:cNvSpPr txBox="1"/>
          <p:nvPr userDrawn="1"/>
        </p:nvSpPr>
        <p:spPr>
          <a:xfrm>
            <a:off x="831307" y="1043772"/>
            <a:ext cx="8876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Stay Ahead of the Competition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154F5D-B371-8A4D-86B2-BF46D490F159}"/>
              </a:ext>
            </a:extLst>
          </p:cNvPr>
          <p:cNvSpPr txBox="1"/>
          <p:nvPr userDrawn="1"/>
        </p:nvSpPr>
        <p:spPr>
          <a:xfrm>
            <a:off x="815495" y="1494886"/>
            <a:ext cx="6294839" cy="532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MEET THE EXPERTS</a:t>
            </a:r>
          </a:p>
        </p:txBody>
      </p:sp>
      <p:sp>
        <p:nvSpPr>
          <p:cNvPr id="11" name="Rectangle: Diagonal Corners Rounded 22">
            <a:extLst>
              <a:ext uri="{FF2B5EF4-FFF2-40B4-BE49-F238E27FC236}">
                <a16:creationId xmlns:a16="http://schemas.microsoft.com/office/drawing/2014/main" id="{542E4A91-2E1A-564A-81C9-A17233DD3DA1}"/>
              </a:ext>
            </a:extLst>
          </p:cNvPr>
          <p:cNvSpPr/>
          <p:nvPr userDrawn="1"/>
        </p:nvSpPr>
        <p:spPr>
          <a:xfrm>
            <a:off x="887677" y="2233998"/>
            <a:ext cx="940732" cy="1110977"/>
          </a:xfrm>
          <a:prstGeom prst="round2Diag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: Diagonal Corners Rounded 26">
            <a:extLst>
              <a:ext uri="{FF2B5EF4-FFF2-40B4-BE49-F238E27FC236}">
                <a16:creationId xmlns:a16="http://schemas.microsoft.com/office/drawing/2014/main" id="{69CDEA16-A2BD-BB4B-B313-FB913F50CC3A}"/>
              </a:ext>
            </a:extLst>
          </p:cNvPr>
          <p:cNvSpPr/>
          <p:nvPr userDrawn="1"/>
        </p:nvSpPr>
        <p:spPr>
          <a:xfrm>
            <a:off x="8494556" y="2242219"/>
            <a:ext cx="940732" cy="1110977"/>
          </a:xfrm>
          <a:prstGeom prst="round2Diag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83AFE87-60DB-0F42-B17B-9BDEF1434B0A}"/>
              </a:ext>
            </a:extLst>
          </p:cNvPr>
          <p:cNvGrpSpPr/>
          <p:nvPr userDrawn="1"/>
        </p:nvGrpSpPr>
        <p:grpSpPr>
          <a:xfrm>
            <a:off x="4562208" y="5827946"/>
            <a:ext cx="3168667" cy="300985"/>
            <a:chOff x="1108591" y="4452272"/>
            <a:chExt cx="3168667" cy="300985"/>
          </a:xfrm>
        </p:grpSpPr>
        <p:sp>
          <p:nvSpPr>
            <p:cNvPr id="24" name="Freeform 137">
              <a:extLst>
                <a:ext uri="{FF2B5EF4-FFF2-40B4-BE49-F238E27FC236}">
                  <a16:creationId xmlns:a16="http://schemas.microsoft.com/office/drawing/2014/main" id="{CBCC77B0-EF5D-6344-A007-691E523829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8591" y="4452272"/>
              <a:ext cx="299558" cy="299558"/>
            </a:xfrm>
            <a:custGeom>
              <a:avLst/>
              <a:gdLst>
                <a:gd name="T0" fmla="*/ 146 w 146"/>
                <a:gd name="T1" fmla="*/ 28 h 146"/>
                <a:gd name="T2" fmla="*/ 146 w 146"/>
                <a:gd name="T3" fmla="*/ 118 h 146"/>
                <a:gd name="T4" fmla="*/ 138 w 146"/>
                <a:gd name="T5" fmla="*/ 138 h 146"/>
                <a:gd name="T6" fmla="*/ 118 w 146"/>
                <a:gd name="T7" fmla="*/ 146 h 146"/>
                <a:gd name="T8" fmla="*/ 28 w 146"/>
                <a:gd name="T9" fmla="*/ 146 h 146"/>
                <a:gd name="T10" fmla="*/ 8 w 146"/>
                <a:gd name="T11" fmla="*/ 138 h 146"/>
                <a:gd name="T12" fmla="*/ 0 w 146"/>
                <a:gd name="T13" fmla="*/ 118 h 146"/>
                <a:gd name="T14" fmla="*/ 0 w 146"/>
                <a:gd name="T15" fmla="*/ 28 h 146"/>
                <a:gd name="T16" fmla="*/ 8 w 146"/>
                <a:gd name="T17" fmla="*/ 8 h 146"/>
                <a:gd name="T18" fmla="*/ 28 w 146"/>
                <a:gd name="T19" fmla="*/ 0 h 146"/>
                <a:gd name="T20" fmla="*/ 118 w 146"/>
                <a:gd name="T21" fmla="*/ 0 h 146"/>
                <a:gd name="T22" fmla="*/ 138 w 146"/>
                <a:gd name="T23" fmla="*/ 8 h 146"/>
                <a:gd name="T24" fmla="*/ 146 w 146"/>
                <a:gd name="T25" fmla="*/ 28 h 146"/>
                <a:gd name="T26" fmla="*/ 46 w 146"/>
                <a:gd name="T27" fmla="*/ 36 h 146"/>
                <a:gd name="T28" fmla="*/ 43 w 146"/>
                <a:gd name="T29" fmla="*/ 28 h 146"/>
                <a:gd name="T30" fmla="*/ 34 w 146"/>
                <a:gd name="T31" fmla="*/ 25 h 146"/>
                <a:gd name="T32" fmla="*/ 25 w 146"/>
                <a:gd name="T33" fmla="*/ 28 h 146"/>
                <a:gd name="T34" fmla="*/ 21 w 146"/>
                <a:gd name="T35" fmla="*/ 36 h 146"/>
                <a:gd name="T36" fmla="*/ 25 w 146"/>
                <a:gd name="T37" fmla="*/ 44 h 146"/>
                <a:gd name="T38" fmla="*/ 33 w 146"/>
                <a:gd name="T39" fmla="*/ 47 h 146"/>
                <a:gd name="T40" fmla="*/ 34 w 146"/>
                <a:gd name="T41" fmla="*/ 47 h 146"/>
                <a:gd name="T42" fmla="*/ 43 w 146"/>
                <a:gd name="T43" fmla="*/ 44 h 146"/>
                <a:gd name="T44" fmla="*/ 46 w 146"/>
                <a:gd name="T45" fmla="*/ 36 h 146"/>
                <a:gd name="T46" fmla="*/ 23 w 146"/>
                <a:gd name="T47" fmla="*/ 122 h 146"/>
                <a:gd name="T48" fmla="*/ 45 w 146"/>
                <a:gd name="T49" fmla="*/ 122 h 146"/>
                <a:gd name="T50" fmla="*/ 45 w 146"/>
                <a:gd name="T51" fmla="*/ 56 h 146"/>
                <a:gd name="T52" fmla="*/ 23 w 146"/>
                <a:gd name="T53" fmla="*/ 56 h 146"/>
                <a:gd name="T54" fmla="*/ 23 w 146"/>
                <a:gd name="T55" fmla="*/ 122 h 146"/>
                <a:gd name="T56" fmla="*/ 101 w 146"/>
                <a:gd name="T57" fmla="*/ 122 h 146"/>
                <a:gd name="T58" fmla="*/ 123 w 146"/>
                <a:gd name="T59" fmla="*/ 122 h 146"/>
                <a:gd name="T60" fmla="*/ 123 w 146"/>
                <a:gd name="T61" fmla="*/ 84 h 146"/>
                <a:gd name="T62" fmla="*/ 116 w 146"/>
                <a:gd name="T63" fmla="*/ 62 h 146"/>
                <a:gd name="T64" fmla="*/ 98 w 146"/>
                <a:gd name="T65" fmla="*/ 55 h 146"/>
                <a:gd name="T66" fmla="*/ 78 w 146"/>
                <a:gd name="T67" fmla="*/ 66 h 146"/>
                <a:gd name="T68" fmla="*/ 78 w 146"/>
                <a:gd name="T69" fmla="*/ 66 h 146"/>
                <a:gd name="T70" fmla="*/ 78 w 146"/>
                <a:gd name="T71" fmla="*/ 56 h 146"/>
                <a:gd name="T72" fmla="*/ 57 w 146"/>
                <a:gd name="T73" fmla="*/ 56 h 146"/>
                <a:gd name="T74" fmla="*/ 57 w 146"/>
                <a:gd name="T75" fmla="*/ 122 h 146"/>
                <a:gd name="T76" fmla="*/ 78 w 146"/>
                <a:gd name="T77" fmla="*/ 122 h 146"/>
                <a:gd name="T78" fmla="*/ 78 w 146"/>
                <a:gd name="T79" fmla="*/ 85 h 146"/>
                <a:gd name="T80" fmla="*/ 79 w 146"/>
                <a:gd name="T81" fmla="*/ 80 h 146"/>
                <a:gd name="T82" fmla="*/ 83 w 146"/>
                <a:gd name="T83" fmla="*/ 74 h 146"/>
                <a:gd name="T84" fmla="*/ 90 w 146"/>
                <a:gd name="T85" fmla="*/ 72 h 146"/>
                <a:gd name="T86" fmla="*/ 101 w 146"/>
                <a:gd name="T87" fmla="*/ 87 h 146"/>
                <a:gd name="T88" fmla="*/ 101 w 146"/>
                <a:gd name="T89" fmla="*/ 122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6" h="146">
                  <a:moveTo>
                    <a:pt x="146" y="28"/>
                  </a:moveTo>
                  <a:cubicBezTo>
                    <a:pt x="146" y="118"/>
                    <a:pt x="146" y="118"/>
                    <a:pt x="146" y="118"/>
                  </a:cubicBezTo>
                  <a:cubicBezTo>
                    <a:pt x="146" y="126"/>
                    <a:pt x="143" y="132"/>
                    <a:pt x="138" y="138"/>
                  </a:cubicBezTo>
                  <a:cubicBezTo>
                    <a:pt x="132" y="143"/>
                    <a:pt x="126" y="146"/>
                    <a:pt x="118" y="146"/>
                  </a:cubicBezTo>
                  <a:cubicBezTo>
                    <a:pt x="28" y="146"/>
                    <a:pt x="28" y="146"/>
                    <a:pt x="28" y="146"/>
                  </a:cubicBezTo>
                  <a:cubicBezTo>
                    <a:pt x="20" y="146"/>
                    <a:pt x="14" y="143"/>
                    <a:pt x="8" y="138"/>
                  </a:cubicBezTo>
                  <a:cubicBezTo>
                    <a:pt x="3" y="132"/>
                    <a:pt x="0" y="126"/>
                    <a:pt x="0" y="11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0"/>
                    <a:pt x="3" y="14"/>
                    <a:pt x="8" y="8"/>
                  </a:cubicBezTo>
                  <a:cubicBezTo>
                    <a:pt x="14" y="3"/>
                    <a:pt x="20" y="0"/>
                    <a:pt x="28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6" y="0"/>
                    <a:pt x="132" y="3"/>
                    <a:pt x="138" y="8"/>
                  </a:cubicBezTo>
                  <a:cubicBezTo>
                    <a:pt x="143" y="14"/>
                    <a:pt x="146" y="20"/>
                    <a:pt x="146" y="28"/>
                  </a:cubicBezTo>
                  <a:close/>
                  <a:moveTo>
                    <a:pt x="46" y="36"/>
                  </a:moveTo>
                  <a:cubicBezTo>
                    <a:pt x="46" y="33"/>
                    <a:pt x="45" y="30"/>
                    <a:pt x="43" y="28"/>
                  </a:cubicBezTo>
                  <a:cubicBezTo>
                    <a:pt x="40" y="26"/>
                    <a:pt x="37" y="25"/>
                    <a:pt x="34" y="25"/>
                  </a:cubicBezTo>
                  <a:cubicBezTo>
                    <a:pt x="30" y="25"/>
                    <a:pt x="27" y="26"/>
                    <a:pt x="25" y="28"/>
                  </a:cubicBezTo>
                  <a:cubicBezTo>
                    <a:pt x="23" y="30"/>
                    <a:pt x="21" y="33"/>
                    <a:pt x="21" y="36"/>
                  </a:cubicBezTo>
                  <a:cubicBezTo>
                    <a:pt x="21" y="39"/>
                    <a:pt x="22" y="42"/>
                    <a:pt x="25" y="44"/>
                  </a:cubicBezTo>
                  <a:cubicBezTo>
                    <a:pt x="27" y="46"/>
                    <a:pt x="30" y="47"/>
                    <a:pt x="33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7" y="47"/>
                    <a:pt x="40" y="46"/>
                    <a:pt x="43" y="44"/>
                  </a:cubicBezTo>
                  <a:cubicBezTo>
                    <a:pt x="45" y="42"/>
                    <a:pt x="46" y="39"/>
                    <a:pt x="46" y="36"/>
                  </a:cubicBezTo>
                  <a:close/>
                  <a:moveTo>
                    <a:pt x="23" y="122"/>
                  </a:moveTo>
                  <a:cubicBezTo>
                    <a:pt x="45" y="122"/>
                    <a:pt x="45" y="122"/>
                    <a:pt x="45" y="122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23" y="56"/>
                    <a:pt x="23" y="56"/>
                    <a:pt x="23" y="56"/>
                  </a:cubicBezTo>
                  <a:lnTo>
                    <a:pt x="23" y="122"/>
                  </a:lnTo>
                  <a:close/>
                  <a:moveTo>
                    <a:pt x="101" y="122"/>
                  </a:moveTo>
                  <a:cubicBezTo>
                    <a:pt x="123" y="122"/>
                    <a:pt x="123" y="122"/>
                    <a:pt x="123" y="122"/>
                  </a:cubicBezTo>
                  <a:cubicBezTo>
                    <a:pt x="123" y="84"/>
                    <a:pt x="123" y="84"/>
                    <a:pt x="123" y="84"/>
                  </a:cubicBezTo>
                  <a:cubicBezTo>
                    <a:pt x="123" y="75"/>
                    <a:pt x="121" y="67"/>
                    <a:pt x="116" y="62"/>
                  </a:cubicBezTo>
                  <a:cubicBezTo>
                    <a:pt x="112" y="57"/>
                    <a:pt x="106" y="55"/>
                    <a:pt x="98" y="55"/>
                  </a:cubicBezTo>
                  <a:cubicBezTo>
                    <a:pt x="89" y="55"/>
                    <a:pt x="83" y="58"/>
                    <a:pt x="78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60"/>
                    <a:pt x="57" y="82"/>
                    <a:pt x="57" y="122"/>
                  </a:cubicBezTo>
                  <a:cubicBezTo>
                    <a:pt x="78" y="122"/>
                    <a:pt x="78" y="122"/>
                    <a:pt x="78" y="122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83"/>
                    <a:pt x="79" y="81"/>
                    <a:pt x="79" y="80"/>
                  </a:cubicBezTo>
                  <a:cubicBezTo>
                    <a:pt x="80" y="78"/>
                    <a:pt x="81" y="76"/>
                    <a:pt x="83" y="74"/>
                  </a:cubicBezTo>
                  <a:cubicBezTo>
                    <a:pt x="85" y="73"/>
                    <a:pt x="88" y="72"/>
                    <a:pt x="90" y="72"/>
                  </a:cubicBezTo>
                  <a:cubicBezTo>
                    <a:pt x="98" y="72"/>
                    <a:pt x="101" y="77"/>
                    <a:pt x="101" y="87"/>
                  </a:cubicBezTo>
                  <a:lnTo>
                    <a:pt x="101" y="1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CD42689-1A94-C145-8A33-5B48292B24D8}"/>
                </a:ext>
              </a:extLst>
            </p:cNvPr>
            <p:cNvSpPr txBox="1"/>
            <p:nvPr/>
          </p:nvSpPr>
          <p:spPr>
            <a:xfrm>
              <a:off x="1480920" y="4452726"/>
              <a:ext cx="2796338" cy="300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company/</a:t>
              </a:r>
              <a:r>
                <a:rPr lang="en-US" sz="120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InfosysConsulting</a:t>
              </a:r>
              <a:endParaRPr lang="en-US"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17E831E-776A-3B4D-92A9-A7200925421E}"/>
              </a:ext>
            </a:extLst>
          </p:cNvPr>
          <p:cNvGrpSpPr/>
          <p:nvPr userDrawn="1"/>
        </p:nvGrpSpPr>
        <p:grpSpPr>
          <a:xfrm>
            <a:off x="7839331" y="5833504"/>
            <a:ext cx="3168668" cy="300531"/>
            <a:chOff x="1108590" y="4867356"/>
            <a:chExt cx="3168668" cy="300531"/>
          </a:xfrm>
        </p:grpSpPr>
        <p:sp>
          <p:nvSpPr>
            <p:cNvPr id="27" name="Freeform 340">
              <a:extLst>
                <a:ext uri="{FF2B5EF4-FFF2-40B4-BE49-F238E27FC236}">
                  <a16:creationId xmlns:a16="http://schemas.microsoft.com/office/drawing/2014/main" id="{5C635025-1410-854B-8E5A-6F45C11BCF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8590" y="4867356"/>
              <a:ext cx="302375" cy="283847"/>
            </a:xfrm>
            <a:custGeom>
              <a:avLst/>
              <a:gdLst>
                <a:gd name="T0" fmla="*/ 146 w 146"/>
                <a:gd name="T1" fmla="*/ 28 h 146"/>
                <a:gd name="T2" fmla="*/ 146 w 146"/>
                <a:gd name="T3" fmla="*/ 118 h 146"/>
                <a:gd name="T4" fmla="*/ 138 w 146"/>
                <a:gd name="T5" fmla="*/ 138 h 146"/>
                <a:gd name="T6" fmla="*/ 118 w 146"/>
                <a:gd name="T7" fmla="*/ 146 h 146"/>
                <a:gd name="T8" fmla="*/ 28 w 146"/>
                <a:gd name="T9" fmla="*/ 146 h 146"/>
                <a:gd name="T10" fmla="*/ 8 w 146"/>
                <a:gd name="T11" fmla="*/ 138 h 146"/>
                <a:gd name="T12" fmla="*/ 0 w 146"/>
                <a:gd name="T13" fmla="*/ 118 h 146"/>
                <a:gd name="T14" fmla="*/ 0 w 146"/>
                <a:gd name="T15" fmla="*/ 28 h 146"/>
                <a:gd name="T16" fmla="*/ 8 w 146"/>
                <a:gd name="T17" fmla="*/ 8 h 146"/>
                <a:gd name="T18" fmla="*/ 28 w 146"/>
                <a:gd name="T19" fmla="*/ 0 h 146"/>
                <a:gd name="T20" fmla="*/ 118 w 146"/>
                <a:gd name="T21" fmla="*/ 0 h 146"/>
                <a:gd name="T22" fmla="*/ 138 w 146"/>
                <a:gd name="T23" fmla="*/ 8 h 146"/>
                <a:gd name="T24" fmla="*/ 146 w 146"/>
                <a:gd name="T25" fmla="*/ 28 h 146"/>
                <a:gd name="T26" fmla="*/ 108 w 146"/>
                <a:gd name="T27" fmla="*/ 126 h 146"/>
                <a:gd name="T28" fmla="*/ 102 w 146"/>
                <a:gd name="T29" fmla="*/ 109 h 146"/>
                <a:gd name="T30" fmla="*/ 92 w 146"/>
                <a:gd name="T31" fmla="*/ 111 h 146"/>
                <a:gd name="T32" fmla="*/ 86 w 146"/>
                <a:gd name="T33" fmla="*/ 110 h 146"/>
                <a:gd name="T34" fmla="*/ 83 w 146"/>
                <a:gd name="T35" fmla="*/ 107 h 146"/>
                <a:gd name="T36" fmla="*/ 81 w 146"/>
                <a:gd name="T37" fmla="*/ 103 h 146"/>
                <a:gd name="T38" fmla="*/ 81 w 146"/>
                <a:gd name="T39" fmla="*/ 99 h 146"/>
                <a:gd name="T40" fmla="*/ 81 w 146"/>
                <a:gd name="T41" fmla="*/ 62 h 146"/>
                <a:gd name="T42" fmla="*/ 105 w 146"/>
                <a:gd name="T43" fmla="*/ 62 h 146"/>
                <a:gd name="T44" fmla="*/ 105 w 146"/>
                <a:gd name="T45" fmla="*/ 43 h 146"/>
                <a:gd name="T46" fmla="*/ 81 w 146"/>
                <a:gd name="T47" fmla="*/ 43 h 146"/>
                <a:gd name="T48" fmla="*/ 81 w 146"/>
                <a:gd name="T49" fmla="*/ 12 h 146"/>
                <a:gd name="T50" fmla="*/ 63 w 146"/>
                <a:gd name="T51" fmla="*/ 12 h 146"/>
                <a:gd name="T52" fmla="*/ 62 w 146"/>
                <a:gd name="T53" fmla="*/ 13 h 146"/>
                <a:gd name="T54" fmla="*/ 60 w 146"/>
                <a:gd name="T55" fmla="*/ 22 h 146"/>
                <a:gd name="T56" fmla="*/ 57 w 146"/>
                <a:gd name="T57" fmla="*/ 31 h 146"/>
                <a:gd name="T58" fmla="*/ 49 w 146"/>
                <a:gd name="T59" fmla="*/ 40 h 146"/>
                <a:gd name="T60" fmla="*/ 38 w 146"/>
                <a:gd name="T61" fmla="*/ 46 h 146"/>
                <a:gd name="T62" fmla="*/ 38 w 146"/>
                <a:gd name="T63" fmla="*/ 62 h 146"/>
                <a:gd name="T64" fmla="*/ 51 w 146"/>
                <a:gd name="T65" fmla="*/ 62 h 146"/>
                <a:gd name="T66" fmla="*/ 51 w 146"/>
                <a:gd name="T67" fmla="*/ 101 h 146"/>
                <a:gd name="T68" fmla="*/ 53 w 146"/>
                <a:gd name="T69" fmla="*/ 112 h 146"/>
                <a:gd name="T70" fmla="*/ 59 w 146"/>
                <a:gd name="T71" fmla="*/ 122 h 146"/>
                <a:gd name="T72" fmla="*/ 70 w 146"/>
                <a:gd name="T73" fmla="*/ 131 h 146"/>
                <a:gd name="T74" fmla="*/ 87 w 146"/>
                <a:gd name="T75" fmla="*/ 133 h 146"/>
                <a:gd name="T76" fmla="*/ 100 w 146"/>
                <a:gd name="T77" fmla="*/ 131 h 146"/>
                <a:gd name="T78" fmla="*/ 108 w 146"/>
                <a:gd name="T79" fmla="*/ 12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46" h="146">
                  <a:moveTo>
                    <a:pt x="146" y="28"/>
                  </a:moveTo>
                  <a:cubicBezTo>
                    <a:pt x="146" y="118"/>
                    <a:pt x="146" y="118"/>
                    <a:pt x="146" y="118"/>
                  </a:cubicBezTo>
                  <a:cubicBezTo>
                    <a:pt x="146" y="126"/>
                    <a:pt x="143" y="132"/>
                    <a:pt x="138" y="138"/>
                  </a:cubicBezTo>
                  <a:cubicBezTo>
                    <a:pt x="132" y="143"/>
                    <a:pt x="126" y="146"/>
                    <a:pt x="118" y="146"/>
                  </a:cubicBezTo>
                  <a:cubicBezTo>
                    <a:pt x="28" y="146"/>
                    <a:pt x="28" y="146"/>
                    <a:pt x="28" y="146"/>
                  </a:cubicBezTo>
                  <a:cubicBezTo>
                    <a:pt x="20" y="146"/>
                    <a:pt x="14" y="143"/>
                    <a:pt x="8" y="138"/>
                  </a:cubicBezTo>
                  <a:cubicBezTo>
                    <a:pt x="3" y="132"/>
                    <a:pt x="0" y="126"/>
                    <a:pt x="0" y="11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0"/>
                    <a:pt x="3" y="14"/>
                    <a:pt x="8" y="8"/>
                  </a:cubicBezTo>
                  <a:cubicBezTo>
                    <a:pt x="14" y="3"/>
                    <a:pt x="20" y="0"/>
                    <a:pt x="28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6" y="0"/>
                    <a:pt x="132" y="3"/>
                    <a:pt x="138" y="8"/>
                  </a:cubicBezTo>
                  <a:cubicBezTo>
                    <a:pt x="143" y="14"/>
                    <a:pt x="146" y="20"/>
                    <a:pt x="146" y="28"/>
                  </a:cubicBezTo>
                  <a:close/>
                  <a:moveTo>
                    <a:pt x="108" y="126"/>
                  </a:moveTo>
                  <a:cubicBezTo>
                    <a:pt x="102" y="109"/>
                    <a:pt x="102" y="109"/>
                    <a:pt x="102" y="109"/>
                  </a:cubicBezTo>
                  <a:cubicBezTo>
                    <a:pt x="99" y="110"/>
                    <a:pt x="96" y="111"/>
                    <a:pt x="92" y="111"/>
                  </a:cubicBezTo>
                  <a:cubicBezTo>
                    <a:pt x="90" y="111"/>
                    <a:pt x="88" y="111"/>
                    <a:pt x="86" y="110"/>
                  </a:cubicBezTo>
                  <a:cubicBezTo>
                    <a:pt x="85" y="109"/>
                    <a:pt x="84" y="108"/>
                    <a:pt x="83" y="107"/>
                  </a:cubicBezTo>
                  <a:cubicBezTo>
                    <a:pt x="82" y="106"/>
                    <a:pt x="81" y="105"/>
                    <a:pt x="81" y="103"/>
                  </a:cubicBezTo>
                  <a:cubicBezTo>
                    <a:pt x="81" y="102"/>
                    <a:pt x="81" y="101"/>
                    <a:pt x="81" y="99"/>
                  </a:cubicBezTo>
                  <a:cubicBezTo>
                    <a:pt x="81" y="62"/>
                    <a:pt x="81" y="62"/>
                    <a:pt x="81" y="62"/>
                  </a:cubicBezTo>
                  <a:cubicBezTo>
                    <a:pt x="105" y="62"/>
                    <a:pt x="105" y="62"/>
                    <a:pt x="105" y="62"/>
                  </a:cubicBezTo>
                  <a:cubicBezTo>
                    <a:pt x="105" y="43"/>
                    <a:pt x="105" y="43"/>
                    <a:pt x="105" y="43"/>
                  </a:cubicBezTo>
                  <a:cubicBezTo>
                    <a:pt x="81" y="43"/>
                    <a:pt x="81" y="43"/>
                    <a:pt x="81" y="43"/>
                  </a:cubicBezTo>
                  <a:cubicBezTo>
                    <a:pt x="81" y="12"/>
                    <a:pt x="81" y="12"/>
                    <a:pt x="81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2" y="12"/>
                    <a:pt x="62" y="13"/>
                    <a:pt x="62" y="13"/>
                  </a:cubicBezTo>
                  <a:cubicBezTo>
                    <a:pt x="62" y="16"/>
                    <a:pt x="61" y="19"/>
                    <a:pt x="60" y="22"/>
                  </a:cubicBezTo>
                  <a:cubicBezTo>
                    <a:pt x="60" y="24"/>
                    <a:pt x="58" y="27"/>
                    <a:pt x="57" y="31"/>
                  </a:cubicBezTo>
                  <a:cubicBezTo>
                    <a:pt x="55" y="34"/>
                    <a:pt x="53" y="37"/>
                    <a:pt x="49" y="40"/>
                  </a:cubicBezTo>
                  <a:cubicBezTo>
                    <a:pt x="46" y="42"/>
                    <a:pt x="43" y="44"/>
                    <a:pt x="38" y="46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51" y="62"/>
                    <a:pt x="51" y="62"/>
                    <a:pt x="51" y="62"/>
                  </a:cubicBezTo>
                  <a:cubicBezTo>
                    <a:pt x="51" y="101"/>
                    <a:pt x="51" y="101"/>
                    <a:pt x="51" y="101"/>
                  </a:cubicBezTo>
                  <a:cubicBezTo>
                    <a:pt x="51" y="105"/>
                    <a:pt x="51" y="108"/>
                    <a:pt x="53" y="112"/>
                  </a:cubicBezTo>
                  <a:cubicBezTo>
                    <a:pt x="54" y="116"/>
                    <a:pt x="56" y="119"/>
                    <a:pt x="59" y="122"/>
                  </a:cubicBezTo>
                  <a:cubicBezTo>
                    <a:pt x="61" y="126"/>
                    <a:pt x="65" y="128"/>
                    <a:pt x="70" y="131"/>
                  </a:cubicBezTo>
                  <a:cubicBezTo>
                    <a:pt x="75" y="133"/>
                    <a:pt x="81" y="134"/>
                    <a:pt x="87" y="133"/>
                  </a:cubicBezTo>
                  <a:cubicBezTo>
                    <a:pt x="91" y="133"/>
                    <a:pt x="95" y="133"/>
                    <a:pt x="100" y="131"/>
                  </a:cubicBezTo>
                  <a:cubicBezTo>
                    <a:pt x="104" y="130"/>
                    <a:pt x="107" y="128"/>
                    <a:pt x="108" y="12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4F52ABE-1504-AC42-960F-2D05507CA222}"/>
                </a:ext>
              </a:extLst>
            </p:cNvPr>
            <p:cNvSpPr txBox="1"/>
            <p:nvPr/>
          </p:nvSpPr>
          <p:spPr>
            <a:xfrm>
              <a:off x="1480920" y="4867356"/>
              <a:ext cx="2796338" cy="300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@InfosysConsltng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B888C74-0729-9545-BA95-5651B3813991}"/>
              </a:ext>
            </a:extLst>
          </p:cNvPr>
          <p:cNvGrpSpPr/>
          <p:nvPr userDrawn="1"/>
        </p:nvGrpSpPr>
        <p:grpSpPr>
          <a:xfrm>
            <a:off x="1079578" y="5827946"/>
            <a:ext cx="3163382" cy="300531"/>
            <a:chOff x="1108591" y="3979214"/>
            <a:chExt cx="3163382" cy="30053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1F79082-4B0A-F442-A05C-DB07011455B3}"/>
                </a:ext>
              </a:extLst>
            </p:cNvPr>
            <p:cNvSpPr txBox="1"/>
            <p:nvPr/>
          </p:nvSpPr>
          <p:spPr>
            <a:xfrm>
              <a:off x="1475635" y="3979214"/>
              <a:ext cx="2796338" cy="300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InfosysConsultingInsights.com</a:t>
              </a:r>
            </a:p>
          </p:txBody>
        </p:sp>
        <p:sp>
          <p:nvSpPr>
            <p:cNvPr id="31" name="Rounded Rectangle 5">
              <a:extLst>
                <a:ext uri="{FF2B5EF4-FFF2-40B4-BE49-F238E27FC236}">
                  <a16:creationId xmlns:a16="http://schemas.microsoft.com/office/drawing/2014/main" id="{8CD582A3-4851-B445-AD17-D17C164411F5}"/>
                </a:ext>
              </a:extLst>
            </p:cNvPr>
            <p:cNvSpPr/>
            <p:nvPr/>
          </p:nvSpPr>
          <p:spPr>
            <a:xfrm>
              <a:off x="1108591" y="3979214"/>
              <a:ext cx="299803" cy="29980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51F0D87-455A-FC42-A8A9-8768DBC936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8635" y="4048131"/>
              <a:ext cx="239713" cy="163513"/>
            </a:xfrm>
            <a:custGeom>
              <a:avLst/>
              <a:gdLst>
                <a:gd name="T0" fmla="*/ 20 w 228"/>
                <a:gd name="T1" fmla="*/ 125 h 156"/>
                <a:gd name="T2" fmla="*/ 20 w 228"/>
                <a:gd name="T3" fmla="*/ 10 h 156"/>
                <a:gd name="T4" fmla="*/ 24 w 228"/>
                <a:gd name="T5" fmla="*/ 3 h 156"/>
                <a:gd name="T6" fmla="*/ 31 w 228"/>
                <a:gd name="T7" fmla="*/ 0 h 156"/>
                <a:gd name="T8" fmla="*/ 197 w 228"/>
                <a:gd name="T9" fmla="*/ 0 h 156"/>
                <a:gd name="T10" fmla="*/ 204 w 228"/>
                <a:gd name="T11" fmla="*/ 3 h 156"/>
                <a:gd name="T12" fmla="*/ 207 w 228"/>
                <a:gd name="T13" fmla="*/ 10 h 156"/>
                <a:gd name="T14" fmla="*/ 207 w 228"/>
                <a:gd name="T15" fmla="*/ 125 h 156"/>
                <a:gd name="T16" fmla="*/ 228 w 228"/>
                <a:gd name="T17" fmla="*/ 145 h 156"/>
                <a:gd name="T18" fmla="*/ 225 w 228"/>
                <a:gd name="T19" fmla="*/ 153 h 156"/>
                <a:gd name="T20" fmla="*/ 218 w 228"/>
                <a:gd name="T21" fmla="*/ 156 h 156"/>
                <a:gd name="T22" fmla="*/ 10 w 228"/>
                <a:gd name="T23" fmla="*/ 156 h 156"/>
                <a:gd name="T24" fmla="*/ 2 w 228"/>
                <a:gd name="T25" fmla="*/ 153 h 156"/>
                <a:gd name="T26" fmla="*/ 0 w 228"/>
                <a:gd name="T27" fmla="*/ 145 h 156"/>
                <a:gd name="T28" fmla="*/ 20 w 228"/>
                <a:gd name="T29" fmla="*/ 125 h 156"/>
                <a:gd name="T30" fmla="*/ 31 w 228"/>
                <a:gd name="T31" fmla="*/ 125 h 156"/>
                <a:gd name="T32" fmla="*/ 197 w 228"/>
                <a:gd name="T33" fmla="*/ 125 h 156"/>
                <a:gd name="T34" fmla="*/ 197 w 228"/>
                <a:gd name="T35" fmla="*/ 10 h 156"/>
                <a:gd name="T36" fmla="*/ 31 w 228"/>
                <a:gd name="T37" fmla="*/ 10 h 156"/>
                <a:gd name="T38" fmla="*/ 31 w 228"/>
                <a:gd name="T39" fmla="*/ 125 h 156"/>
                <a:gd name="T40" fmla="*/ 85 w 228"/>
                <a:gd name="T41" fmla="*/ 144 h 156"/>
                <a:gd name="T42" fmla="*/ 88 w 228"/>
                <a:gd name="T43" fmla="*/ 145 h 156"/>
                <a:gd name="T44" fmla="*/ 140 w 228"/>
                <a:gd name="T45" fmla="*/ 145 h 156"/>
                <a:gd name="T46" fmla="*/ 143 w 228"/>
                <a:gd name="T47" fmla="*/ 144 h 156"/>
                <a:gd name="T48" fmla="*/ 143 w 228"/>
                <a:gd name="T49" fmla="*/ 144 h 156"/>
                <a:gd name="T50" fmla="*/ 136 w 228"/>
                <a:gd name="T51" fmla="*/ 137 h 156"/>
                <a:gd name="T52" fmla="*/ 132 w 228"/>
                <a:gd name="T53" fmla="*/ 136 h 156"/>
                <a:gd name="T54" fmla="*/ 95 w 228"/>
                <a:gd name="T55" fmla="*/ 136 h 156"/>
                <a:gd name="T56" fmla="*/ 92 w 228"/>
                <a:gd name="T57" fmla="*/ 137 h 156"/>
                <a:gd name="T58" fmla="*/ 85 w 228"/>
                <a:gd name="T59" fmla="*/ 144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8" h="156">
                  <a:moveTo>
                    <a:pt x="20" y="125"/>
                  </a:moveTo>
                  <a:cubicBezTo>
                    <a:pt x="20" y="10"/>
                    <a:pt x="20" y="10"/>
                    <a:pt x="20" y="10"/>
                  </a:cubicBezTo>
                  <a:cubicBezTo>
                    <a:pt x="20" y="7"/>
                    <a:pt x="21" y="5"/>
                    <a:pt x="24" y="3"/>
                  </a:cubicBezTo>
                  <a:cubicBezTo>
                    <a:pt x="26" y="1"/>
                    <a:pt x="28" y="0"/>
                    <a:pt x="31" y="0"/>
                  </a:cubicBezTo>
                  <a:cubicBezTo>
                    <a:pt x="197" y="0"/>
                    <a:pt x="197" y="0"/>
                    <a:pt x="197" y="0"/>
                  </a:cubicBezTo>
                  <a:cubicBezTo>
                    <a:pt x="199" y="0"/>
                    <a:pt x="202" y="1"/>
                    <a:pt x="204" y="3"/>
                  </a:cubicBezTo>
                  <a:cubicBezTo>
                    <a:pt x="206" y="5"/>
                    <a:pt x="207" y="7"/>
                    <a:pt x="207" y="10"/>
                  </a:cubicBezTo>
                  <a:cubicBezTo>
                    <a:pt x="207" y="125"/>
                    <a:pt x="207" y="125"/>
                    <a:pt x="207" y="125"/>
                  </a:cubicBezTo>
                  <a:cubicBezTo>
                    <a:pt x="228" y="145"/>
                    <a:pt x="228" y="145"/>
                    <a:pt x="228" y="145"/>
                  </a:cubicBezTo>
                  <a:cubicBezTo>
                    <a:pt x="228" y="148"/>
                    <a:pt x="227" y="151"/>
                    <a:pt x="225" y="153"/>
                  </a:cubicBezTo>
                  <a:cubicBezTo>
                    <a:pt x="223" y="155"/>
                    <a:pt x="221" y="156"/>
                    <a:pt x="218" y="156"/>
                  </a:cubicBezTo>
                  <a:cubicBezTo>
                    <a:pt x="10" y="156"/>
                    <a:pt x="10" y="156"/>
                    <a:pt x="10" y="156"/>
                  </a:cubicBezTo>
                  <a:cubicBezTo>
                    <a:pt x="7" y="156"/>
                    <a:pt x="4" y="155"/>
                    <a:pt x="2" y="153"/>
                  </a:cubicBezTo>
                  <a:cubicBezTo>
                    <a:pt x="0" y="151"/>
                    <a:pt x="0" y="148"/>
                    <a:pt x="0" y="145"/>
                  </a:cubicBezTo>
                  <a:lnTo>
                    <a:pt x="20" y="125"/>
                  </a:lnTo>
                  <a:close/>
                  <a:moveTo>
                    <a:pt x="31" y="125"/>
                  </a:moveTo>
                  <a:cubicBezTo>
                    <a:pt x="197" y="125"/>
                    <a:pt x="197" y="125"/>
                    <a:pt x="197" y="125"/>
                  </a:cubicBezTo>
                  <a:cubicBezTo>
                    <a:pt x="197" y="10"/>
                    <a:pt x="197" y="10"/>
                    <a:pt x="197" y="10"/>
                  </a:cubicBezTo>
                  <a:cubicBezTo>
                    <a:pt x="31" y="10"/>
                    <a:pt x="31" y="10"/>
                    <a:pt x="31" y="10"/>
                  </a:cubicBezTo>
                  <a:lnTo>
                    <a:pt x="31" y="125"/>
                  </a:lnTo>
                  <a:close/>
                  <a:moveTo>
                    <a:pt x="85" y="144"/>
                  </a:moveTo>
                  <a:cubicBezTo>
                    <a:pt x="85" y="145"/>
                    <a:pt x="86" y="145"/>
                    <a:pt x="88" y="145"/>
                  </a:cubicBezTo>
                  <a:cubicBezTo>
                    <a:pt x="140" y="145"/>
                    <a:pt x="140" y="145"/>
                    <a:pt x="140" y="145"/>
                  </a:cubicBezTo>
                  <a:cubicBezTo>
                    <a:pt x="142" y="145"/>
                    <a:pt x="143" y="145"/>
                    <a:pt x="143" y="144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36" y="137"/>
                    <a:pt x="136" y="137"/>
                    <a:pt x="136" y="137"/>
                  </a:cubicBezTo>
                  <a:cubicBezTo>
                    <a:pt x="136" y="137"/>
                    <a:pt x="134" y="136"/>
                    <a:pt x="132" y="136"/>
                  </a:cubicBezTo>
                  <a:cubicBezTo>
                    <a:pt x="95" y="136"/>
                    <a:pt x="95" y="136"/>
                    <a:pt x="95" y="136"/>
                  </a:cubicBezTo>
                  <a:cubicBezTo>
                    <a:pt x="93" y="136"/>
                    <a:pt x="92" y="137"/>
                    <a:pt x="92" y="137"/>
                  </a:cubicBezTo>
                  <a:cubicBezTo>
                    <a:pt x="85" y="144"/>
                    <a:pt x="85" y="144"/>
                    <a:pt x="85" y="144"/>
                  </a:cubicBezTo>
                  <a:close/>
                </a:path>
              </a:pathLst>
            </a:custGeom>
            <a:solidFill>
              <a:srgbClr val="007CC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/>
            </a:p>
          </p:txBody>
        </p:sp>
      </p:grpSp>
      <p:sp>
        <p:nvSpPr>
          <p:cNvPr id="33" name="Rectangle: Diagonal Corners Rounded 22">
            <a:extLst>
              <a:ext uri="{FF2B5EF4-FFF2-40B4-BE49-F238E27FC236}">
                <a16:creationId xmlns:a16="http://schemas.microsoft.com/office/drawing/2014/main" id="{F126F04F-28AF-D24F-B716-051D3783E270}"/>
              </a:ext>
            </a:extLst>
          </p:cNvPr>
          <p:cNvSpPr/>
          <p:nvPr userDrawn="1"/>
        </p:nvSpPr>
        <p:spPr>
          <a:xfrm>
            <a:off x="4592071" y="2245864"/>
            <a:ext cx="940732" cy="1110977"/>
          </a:xfrm>
          <a:prstGeom prst="round2Diag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19EA5B69-480A-A948-8BF5-04C9CA2810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74066" y="2418653"/>
            <a:ext cx="2405755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9A681E95-D173-6C48-B6A7-345D4CA1F4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74066" y="2873924"/>
            <a:ext cx="2405755" cy="483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037FB4EC-DE10-7F44-A8FD-56FC0F369A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1038" y="2430519"/>
            <a:ext cx="2405755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D842096C-DE77-514B-9C62-B42BAE1723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038" y="2885790"/>
            <a:ext cx="2405755" cy="483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2F1FCC51-D68B-864E-9732-0AD307F369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64019" y="2430519"/>
            <a:ext cx="2405755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555D5D93-090F-FE4B-B455-BB16C793F2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64019" y="2885790"/>
            <a:ext cx="2405755" cy="483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Rectangle: Diagonal Corners Rounded 22">
            <a:extLst>
              <a:ext uri="{FF2B5EF4-FFF2-40B4-BE49-F238E27FC236}">
                <a16:creationId xmlns:a16="http://schemas.microsoft.com/office/drawing/2014/main" id="{532A1DC7-9F6B-E34D-A39B-18B475F9DB1A}"/>
              </a:ext>
            </a:extLst>
          </p:cNvPr>
          <p:cNvSpPr/>
          <p:nvPr userDrawn="1"/>
        </p:nvSpPr>
        <p:spPr>
          <a:xfrm>
            <a:off x="887677" y="3794328"/>
            <a:ext cx="940732" cy="1110977"/>
          </a:xfrm>
          <a:prstGeom prst="round2Diag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i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angle: Diagonal Corners Rounded 26">
            <a:extLst>
              <a:ext uri="{FF2B5EF4-FFF2-40B4-BE49-F238E27FC236}">
                <a16:creationId xmlns:a16="http://schemas.microsoft.com/office/drawing/2014/main" id="{FD7DEF47-5C55-474C-9077-6A19B0B185E5}"/>
              </a:ext>
            </a:extLst>
          </p:cNvPr>
          <p:cNvSpPr/>
          <p:nvPr userDrawn="1"/>
        </p:nvSpPr>
        <p:spPr>
          <a:xfrm>
            <a:off x="8494556" y="3802549"/>
            <a:ext cx="940732" cy="1110977"/>
          </a:xfrm>
          <a:prstGeom prst="round2Diag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i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: Diagonal Corners Rounded 22">
            <a:extLst>
              <a:ext uri="{FF2B5EF4-FFF2-40B4-BE49-F238E27FC236}">
                <a16:creationId xmlns:a16="http://schemas.microsoft.com/office/drawing/2014/main" id="{6BE5A862-8D62-BB41-825F-235866ED4C8C}"/>
              </a:ext>
            </a:extLst>
          </p:cNvPr>
          <p:cNvSpPr/>
          <p:nvPr userDrawn="1"/>
        </p:nvSpPr>
        <p:spPr>
          <a:xfrm>
            <a:off x="4592071" y="3806194"/>
            <a:ext cx="940732" cy="1110977"/>
          </a:xfrm>
          <a:prstGeom prst="round2Diag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i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A2C5ED52-F332-1D45-B828-259763B5D1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74066" y="3978983"/>
            <a:ext cx="2405755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F223D5EC-FC89-9248-B3C9-111A21BA65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74066" y="4434254"/>
            <a:ext cx="2405755" cy="483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04A237D2-2708-C44B-B321-62C7F3475D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1038" y="3990849"/>
            <a:ext cx="2405755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8530741A-A1AA-F341-B115-A7F7E35FE1E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81038" y="4446120"/>
            <a:ext cx="2405755" cy="483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9">
            <a:extLst>
              <a:ext uri="{FF2B5EF4-FFF2-40B4-BE49-F238E27FC236}">
                <a16:creationId xmlns:a16="http://schemas.microsoft.com/office/drawing/2014/main" id="{D2B7AFB6-A90E-4F4C-907B-4F9F338039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64019" y="3990849"/>
            <a:ext cx="2405755" cy="36665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9">
            <a:extLst>
              <a:ext uri="{FF2B5EF4-FFF2-40B4-BE49-F238E27FC236}">
                <a16:creationId xmlns:a16="http://schemas.microsoft.com/office/drawing/2014/main" id="{C54CD708-EF99-124E-B90E-F6C66C4BDA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64019" y="4446120"/>
            <a:ext cx="2405755" cy="48319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35AE96FB-79A5-E44B-8D7E-39B7C2B5AA8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64932" y="2409950"/>
            <a:ext cx="812800" cy="1066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6" name="Picture Placeholder 54">
            <a:extLst>
              <a:ext uri="{FF2B5EF4-FFF2-40B4-BE49-F238E27FC236}">
                <a16:creationId xmlns:a16="http://schemas.microsoft.com/office/drawing/2014/main" id="{67409572-B357-D844-AE4F-2ADE947CCFA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781116" y="2426989"/>
            <a:ext cx="812800" cy="1066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7" name="Picture Placeholder 54">
            <a:extLst>
              <a:ext uri="{FF2B5EF4-FFF2-40B4-BE49-F238E27FC236}">
                <a16:creationId xmlns:a16="http://schemas.microsoft.com/office/drawing/2014/main" id="{4D0E365B-1AFA-AC49-983F-BE0170846D1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683601" y="2423352"/>
            <a:ext cx="812800" cy="1066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8" name="Picture Placeholder 54">
            <a:extLst>
              <a:ext uri="{FF2B5EF4-FFF2-40B4-BE49-F238E27FC236}">
                <a16:creationId xmlns:a16="http://schemas.microsoft.com/office/drawing/2014/main" id="{0D0A75E5-5B89-D14F-86DE-34C3BBDB9A3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91289" y="3974532"/>
            <a:ext cx="812800" cy="1066800"/>
          </a:xfrm>
          <a:prstGeom prst="rect">
            <a:avLst/>
          </a:prstGeom>
        </p:spPr>
        <p:txBody>
          <a:bodyPr/>
          <a:lstStyle>
            <a:lvl1pPr>
              <a:defRPr i="0"/>
            </a:lvl1pPr>
          </a:lstStyle>
          <a:p>
            <a:endParaRPr lang="en-US"/>
          </a:p>
        </p:txBody>
      </p:sp>
      <p:sp>
        <p:nvSpPr>
          <p:cNvPr id="59" name="Picture Placeholder 54">
            <a:extLst>
              <a:ext uri="{FF2B5EF4-FFF2-40B4-BE49-F238E27FC236}">
                <a16:creationId xmlns:a16="http://schemas.microsoft.com/office/drawing/2014/main" id="{18367C28-F4C9-B646-A210-20FF58ACF7B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807473" y="3991571"/>
            <a:ext cx="812800" cy="1066800"/>
          </a:xfrm>
          <a:prstGeom prst="rect">
            <a:avLst/>
          </a:prstGeom>
        </p:spPr>
        <p:txBody>
          <a:bodyPr/>
          <a:lstStyle>
            <a:lvl1pPr>
              <a:defRPr i="0"/>
            </a:lvl1pPr>
          </a:lstStyle>
          <a:p>
            <a:endParaRPr lang="en-US"/>
          </a:p>
        </p:txBody>
      </p:sp>
      <p:sp>
        <p:nvSpPr>
          <p:cNvPr id="60" name="Picture Placeholder 54">
            <a:extLst>
              <a:ext uri="{FF2B5EF4-FFF2-40B4-BE49-F238E27FC236}">
                <a16:creationId xmlns:a16="http://schemas.microsoft.com/office/drawing/2014/main" id="{6D28D1D0-FC0E-B64A-824F-FFCA6837472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709958" y="3987934"/>
            <a:ext cx="812800" cy="1066800"/>
          </a:xfrm>
          <a:prstGeom prst="rect">
            <a:avLst/>
          </a:prstGeom>
        </p:spPr>
        <p:txBody>
          <a:bodyPr/>
          <a:lstStyle>
            <a:lvl1pPr>
              <a:defRPr i="0"/>
            </a:lvl1pPr>
          </a:lstStyle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7C95A64-EB2D-7B40-BDA1-10FBA4D4D803}"/>
              </a:ext>
            </a:extLst>
          </p:cNvPr>
          <p:cNvSpPr/>
          <p:nvPr userDrawn="1"/>
        </p:nvSpPr>
        <p:spPr bwMode="gray">
          <a:xfrm>
            <a:off x="312510" y="6483975"/>
            <a:ext cx="254349" cy="168101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r"/>
            <a:fld id="{7A58C72A-FAEE-4A7B-812F-151929DEA70F}" type="slidenum">
              <a:rPr lang="en-US" sz="800" b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pPr lvl="0" algn="r"/>
              <a:t>‹#›</a:t>
            </a:fld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FCDB26E-DC83-084E-B737-69568C7AD643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607142" y="6491233"/>
            <a:ext cx="3996000" cy="160844"/>
          </a:xfrm>
          <a:prstGeom prst="rect">
            <a:avLst/>
          </a:prstGeom>
        </p:spPr>
        <p:txBody>
          <a:bodyPr vert="horz" lIns="0" tIns="18000" rIns="0" bIns="18000" rtlCol="0" anchor="ctr" anchorCtr="0">
            <a:noAutofit/>
          </a:bodyPr>
          <a:lstStyle/>
          <a:p>
            <a:pPr lvl="0" algn="l"/>
            <a:r>
              <a:rPr lang="en-GB" sz="800" b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© Infosys Consulting 2021</a:t>
            </a:r>
            <a:endParaRPr lang="en-US" sz="800" b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538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5DE85-0F8D-4A2D-BC5B-A7DFD6AAB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ABD7A-DDCA-4205-A131-01CF2FF4A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7BB45-8951-406B-B4DD-CE67C3917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3A618-6B7C-4AF4-8F15-D7DA20BD42CD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B1144-BA27-405D-B690-086FACE80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D2929-6ED2-4F17-B983-4A3EE6B1F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521D4-DBB3-4BC4-81BA-E6B08B54D3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482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7.xml"/><Relationship Id="rId14" Type="http://schemas.openxmlformats.org/officeDocument/2006/relationships/theme" Target="../theme/theme3.xml"/><Relationship Id="rId15" Type="http://schemas.openxmlformats.org/officeDocument/2006/relationships/tags" Target="../tags/tag3.xml"/><Relationship Id="rId16" Type="http://schemas.openxmlformats.org/officeDocument/2006/relationships/oleObject" Target="../embeddings/oleObject1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people standing around a table&#10;&#10;Description automatically generated">
            <a:extLst>
              <a:ext uri="{FF2B5EF4-FFF2-40B4-BE49-F238E27FC236}">
                <a16:creationId xmlns:a16="http://schemas.microsoft.com/office/drawing/2014/main" id="{D1E826B4-A638-216A-AC41-026259AA57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01"/>
          <a:stretch/>
        </p:blipFill>
        <p:spPr>
          <a:xfrm>
            <a:off x="0" y="0"/>
            <a:ext cx="12211348" cy="688232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630E8F2-19F7-1E9C-81C4-A85DDE434195}"/>
              </a:ext>
            </a:extLst>
          </p:cNvPr>
          <p:cNvSpPr/>
          <p:nvPr userDrawn="1"/>
        </p:nvSpPr>
        <p:spPr>
          <a:xfrm>
            <a:off x="0" y="-4"/>
            <a:ext cx="12211348" cy="6858004"/>
          </a:xfrm>
          <a:prstGeom prst="rect">
            <a:avLst/>
          </a:prstGeom>
          <a:gradFill>
            <a:gsLst>
              <a:gs pos="0">
                <a:srgbClr val="007CC2"/>
              </a:gs>
              <a:gs pos="74000">
                <a:srgbClr val="002060">
                  <a:alpha val="13000"/>
                </a:srgbClr>
              </a:gs>
              <a:gs pos="83000">
                <a:srgbClr val="007CC2">
                  <a:alpha val="49219"/>
                </a:srgbClr>
              </a:gs>
              <a:gs pos="100000">
                <a:srgbClr val="007CC2">
                  <a:alpha val="57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2DA30139-4FC0-1296-9F60-B163171489AB}"/>
              </a:ext>
            </a:extLst>
          </p:cNvPr>
          <p:cNvSpPr/>
          <p:nvPr userDrawn="1"/>
        </p:nvSpPr>
        <p:spPr>
          <a:xfrm flipV="1">
            <a:off x="362331" y="-4"/>
            <a:ext cx="11849511" cy="5598626"/>
          </a:xfrm>
          <a:custGeom>
            <a:avLst/>
            <a:gdLst>
              <a:gd name="connsiteX0" fmla="*/ 0 w 11849511"/>
              <a:gd name="connsiteY0" fmla="*/ 5598626 h 5598626"/>
              <a:gd name="connsiteX1" fmla="*/ 5242441 w 11849511"/>
              <a:gd name="connsiteY1" fmla="*/ 5598626 h 5598626"/>
              <a:gd name="connsiteX2" fmla="*/ 7795497 w 11849511"/>
              <a:gd name="connsiteY2" fmla="*/ 718408 h 5598626"/>
              <a:gd name="connsiteX3" fmla="*/ 11443683 w 11849511"/>
              <a:gd name="connsiteY3" fmla="*/ 2246863 h 5598626"/>
              <a:gd name="connsiteX4" fmla="*/ 11849511 w 11849511"/>
              <a:gd name="connsiteY4" fmla="*/ 2520015 h 5598626"/>
              <a:gd name="connsiteX5" fmla="*/ 11849511 w 11849511"/>
              <a:gd name="connsiteY5" fmla="*/ 1154733 h 5598626"/>
              <a:gd name="connsiteX6" fmla="*/ 11598119 w 11849511"/>
              <a:gd name="connsiteY6" fmla="*/ 1052618 h 5598626"/>
              <a:gd name="connsiteX7" fmla="*/ 6642904 w 11849511"/>
              <a:gd name="connsiteY7" fmla="*/ 0 h 5598626"/>
              <a:gd name="connsiteX8" fmla="*/ 0 w 11849511"/>
              <a:gd name="connsiteY8" fmla="*/ 5598626 h 5598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49511" h="5598626">
                <a:moveTo>
                  <a:pt x="0" y="5598626"/>
                </a:moveTo>
                <a:lnTo>
                  <a:pt x="5242441" y="5598626"/>
                </a:lnTo>
                <a:cubicBezTo>
                  <a:pt x="5242441" y="5598626"/>
                  <a:pt x="4635162" y="718408"/>
                  <a:pt x="7795497" y="718408"/>
                </a:cubicBezTo>
                <a:cubicBezTo>
                  <a:pt x="8980624" y="718408"/>
                  <a:pt x="10164008" y="1397721"/>
                  <a:pt x="11443683" y="2246863"/>
                </a:cubicBezTo>
                <a:lnTo>
                  <a:pt x="11849511" y="2520015"/>
                </a:lnTo>
                <a:lnTo>
                  <a:pt x="11849511" y="1154733"/>
                </a:lnTo>
                <a:lnTo>
                  <a:pt x="11598119" y="1052618"/>
                </a:lnTo>
                <a:cubicBezTo>
                  <a:pt x="10085993" y="455186"/>
                  <a:pt x="8444994" y="0"/>
                  <a:pt x="6642904" y="0"/>
                </a:cubicBezTo>
                <a:cubicBezTo>
                  <a:pt x="1388069" y="0"/>
                  <a:pt x="0" y="5598626"/>
                  <a:pt x="0" y="5598626"/>
                </a:cubicBezTo>
                <a:close/>
              </a:path>
            </a:pathLst>
          </a:custGeom>
          <a:solidFill>
            <a:srgbClr val="3699DA">
              <a:alpha val="23000"/>
            </a:srgbClr>
          </a:solidFill>
          <a:ln w="720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807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3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AD62CF25-0ADA-4416-9E7D-0329B37F8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1274552" cy="3474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1650D67-D5BF-446A-B2ED-1B5E50C1B41E}"/>
              </a:ext>
            </a:extLst>
          </p:cNvPr>
          <p:cNvGrpSpPr/>
          <p:nvPr userDrawn="1"/>
        </p:nvGrpSpPr>
        <p:grpSpPr>
          <a:xfrm>
            <a:off x="10222173" y="6419572"/>
            <a:ext cx="1589814" cy="208760"/>
            <a:chOff x="10222173" y="6419572"/>
            <a:chExt cx="1589814" cy="208760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BE2ABD6-A394-44A3-B4F2-262660D912C1}"/>
                </a:ext>
              </a:extLst>
            </p:cNvPr>
            <p:cNvSpPr/>
            <p:nvPr/>
          </p:nvSpPr>
          <p:spPr>
            <a:xfrm>
              <a:off x="10222173" y="6419572"/>
              <a:ext cx="568994" cy="208760"/>
            </a:xfrm>
            <a:custGeom>
              <a:avLst/>
              <a:gdLst>
                <a:gd name="connsiteX0" fmla="*/ 64262 w 632805"/>
                <a:gd name="connsiteY0" fmla="*/ 48220 h 232171"/>
                <a:gd name="connsiteX1" fmla="*/ 64262 w 632805"/>
                <a:gd name="connsiteY1" fmla="*/ 64294 h 232171"/>
                <a:gd name="connsiteX2" fmla="*/ 64262 w 632805"/>
                <a:gd name="connsiteY2" fmla="*/ 65187 h 232171"/>
                <a:gd name="connsiteX3" fmla="*/ 64262 w 632805"/>
                <a:gd name="connsiteY3" fmla="*/ 65187 h 232171"/>
                <a:gd name="connsiteX4" fmla="*/ 65155 w 632805"/>
                <a:gd name="connsiteY4" fmla="*/ 63401 h 232171"/>
                <a:gd name="connsiteX5" fmla="*/ 108889 w 632805"/>
                <a:gd name="connsiteY5" fmla="*/ 45541 h 232171"/>
                <a:gd name="connsiteX6" fmla="*/ 149053 w 632805"/>
                <a:gd name="connsiteY6" fmla="*/ 78581 h 232171"/>
                <a:gd name="connsiteX7" fmla="*/ 149053 w 632805"/>
                <a:gd name="connsiteY7" fmla="*/ 168771 h 232171"/>
                <a:gd name="connsiteX8" fmla="*/ 149053 w 632805"/>
                <a:gd name="connsiteY8" fmla="*/ 168771 h 232171"/>
                <a:gd name="connsiteX9" fmla="*/ 149053 w 632805"/>
                <a:gd name="connsiteY9" fmla="*/ 191095 h 232171"/>
                <a:gd name="connsiteX10" fmla="*/ 128525 w 632805"/>
                <a:gd name="connsiteY10" fmla="*/ 191095 h 232171"/>
                <a:gd name="connsiteX11" fmla="*/ 128525 w 632805"/>
                <a:gd name="connsiteY11" fmla="*/ 164306 h 232171"/>
                <a:gd name="connsiteX12" fmla="*/ 128525 w 632805"/>
                <a:gd name="connsiteY12" fmla="*/ 87511 h 232171"/>
                <a:gd name="connsiteX13" fmla="*/ 97286 w 632805"/>
                <a:gd name="connsiteY13" fmla="*/ 59829 h 232171"/>
                <a:gd name="connsiteX14" fmla="*/ 64262 w 632805"/>
                <a:gd name="connsiteY14" fmla="*/ 85725 h 232171"/>
                <a:gd name="connsiteX15" fmla="*/ 64262 w 632805"/>
                <a:gd name="connsiteY15" fmla="*/ 167878 h 232171"/>
                <a:gd name="connsiteX16" fmla="*/ 64262 w 632805"/>
                <a:gd name="connsiteY16" fmla="*/ 168771 h 232171"/>
                <a:gd name="connsiteX17" fmla="*/ 64262 w 632805"/>
                <a:gd name="connsiteY17" fmla="*/ 191095 h 232171"/>
                <a:gd name="connsiteX18" fmla="*/ 43734 w 632805"/>
                <a:gd name="connsiteY18" fmla="*/ 191095 h 232171"/>
                <a:gd name="connsiteX19" fmla="*/ 43734 w 632805"/>
                <a:gd name="connsiteY19" fmla="*/ 167878 h 232171"/>
                <a:gd name="connsiteX20" fmla="*/ 43734 w 632805"/>
                <a:gd name="connsiteY20" fmla="*/ 65187 h 232171"/>
                <a:gd name="connsiteX21" fmla="*/ 43734 w 632805"/>
                <a:gd name="connsiteY21" fmla="*/ 46434 h 232171"/>
                <a:gd name="connsiteX22" fmla="*/ 47304 w 632805"/>
                <a:gd name="connsiteY22" fmla="*/ 46434 h 232171"/>
                <a:gd name="connsiteX23" fmla="*/ 58015 w 632805"/>
                <a:gd name="connsiteY23" fmla="*/ 46434 h 232171"/>
                <a:gd name="connsiteX24" fmla="*/ 64262 w 632805"/>
                <a:gd name="connsiteY24" fmla="*/ 46434 h 232171"/>
                <a:gd name="connsiteX25" fmla="*/ 339163 w 632805"/>
                <a:gd name="connsiteY25" fmla="*/ 164306 h 232171"/>
                <a:gd name="connsiteX26" fmla="*/ 382004 w 632805"/>
                <a:gd name="connsiteY26" fmla="*/ 183952 h 232171"/>
                <a:gd name="connsiteX27" fmla="*/ 413243 w 632805"/>
                <a:gd name="connsiteY27" fmla="*/ 160734 h 232171"/>
                <a:gd name="connsiteX28" fmla="*/ 381112 w 632805"/>
                <a:gd name="connsiteY28" fmla="*/ 131266 h 232171"/>
                <a:gd name="connsiteX29" fmla="*/ 343625 w 632805"/>
                <a:gd name="connsiteY29" fmla="*/ 107156 h 232171"/>
                <a:gd name="connsiteX30" fmla="*/ 344518 w 632805"/>
                <a:gd name="connsiteY30" fmla="*/ 121444 h 232171"/>
                <a:gd name="connsiteX31" fmla="*/ 276685 w 632805"/>
                <a:gd name="connsiteY31" fmla="*/ 197346 h 232171"/>
                <a:gd name="connsiteX32" fmla="*/ 208853 w 632805"/>
                <a:gd name="connsiteY32" fmla="*/ 121444 h 232171"/>
                <a:gd name="connsiteX33" fmla="*/ 237414 w 632805"/>
                <a:gd name="connsiteY33" fmla="*/ 59829 h 232171"/>
                <a:gd name="connsiteX34" fmla="*/ 191002 w 632805"/>
                <a:gd name="connsiteY34" fmla="*/ 59829 h 232171"/>
                <a:gd name="connsiteX35" fmla="*/ 191002 w 632805"/>
                <a:gd name="connsiteY35" fmla="*/ 168771 h 232171"/>
                <a:gd name="connsiteX36" fmla="*/ 191002 w 632805"/>
                <a:gd name="connsiteY36" fmla="*/ 168771 h 232171"/>
                <a:gd name="connsiteX37" fmla="*/ 191002 w 632805"/>
                <a:gd name="connsiteY37" fmla="*/ 191095 h 232171"/>
                <a:gd name="connsiteX38" fmla="*/ 170474 w 632805"/>
                <a:gd name="connsiteY38" fmla="*/ 191095 h 232171"/>
                <a:gd name="connsiteX39" fmla="*/ 170474 w 632805"/>
                <a:gd name="connsiteY39" fmla="*/ 169664 h 232171"/>
                <a:gd name="connsiteX40" fmla="*/ 170474 w 632805"/>
                <a:gd name="connsiteY40" fmla="*/ 168771 h 232171"/>
                <a:gd name="connsiteX41" fmla="*/ 170474 w 632805"/>
                <a:gd name="connsiteY41" fmla="*/ 59829 h 232171"/>
                <a:gd name="connsiteX42" fmla="*/ 152623 w 632805"/>
                <a:gd name="connsiteY42" fmla="*/ 59829 h 232171"/>
                <a:gd name="connsiteX43" fmla="*/ 152623 w 632805"/>
                <a:gd name="connsiteY43" fmla="*/ 46434 h 232171"/>
                <a:gd name="connsiteX44" fmla="*/ 171366 w 632805"/>
                <a:gd name="connsiteY44" fmla="*/ 46434 h 232171"/>
                <a:gd name="connsiteX45" fmla="*/ 214208 w 632805"/>
                <a:gd name="connsiteY45" fmla="*/ 2679 h 232171"/>
                <a:gd name="connsiteX46" fmla="*/ 242769 w 632805"/>
                <a:gd name="connsiteY46" fmla="*/ 6251 h 232171"/>
                <a:gd name="connsiteX47" fmla="*/ 242769 w 632805"/>
                <a:gd name="connsiteY47" fmla="*/ 25003 h 232171"/>
                <a:gd name="connsiteX48" fmla="*/ 242769 w 632805"/>
                <a:gd name="connsiteY48" fmla="*/ 27682 h 232171"/>
                <a:gd name="connsiteX49" fmla="*/ 241876 w 632805"/>
                <a:gd name="connsiteY49" fmla="*/ 27682 h 232171"/>
                <a:gd name="connsiteX50" fmla="*/ 209745 w 632805"/>
                <a:gd name="connsiteY50" fmla="*/ 16073 h 232171"/>
                <a:gd name="connsiteX51" fmla="*/ 190110 w 632805"/>
                <a:gd name="connsiteY51" fmla="*/ 46434 h 232171"/>
                <a:gd name="connsiteX52" fmla="*/ 266867 w 632805"/>
                <a:gd name="connsiteY52" fmla="*/ 46434 h 232171"/>
                <a:gd name="connsiteX53" fmla="*/ 276685 w 632805"/>
                <a:gd name="connsiteY53" fmla="*/ 45541 h 232171"/>
                <a:gd name="connsiteX54" fmla="*/ 338270 w 632805"/>
                <a:gd name="connsiteY54" fmla="*/ 89297 h 232171"/>
                <a:gd name="connsiteX55" fmla="*/ 338270 w 632805"/>
                <a:gd name="connsiteY55" fmla="*/ 84832 h 232171"/>
                <a:gd name="connsiteX56" fmla="*/ 391822 w 632805"/>
                <a:gd name="connsiteY56" fmla="*/ 46434 h 232171"/>
                <a:gd name="connsiteX57" fmla="*/ 394500 w 632805"/>
                <a:gd name="connsiteY57" fmla="*/ 46434 h 232171"/>
                <a:gd name="connsiteX58" fmla="*/ 425738 w 632805"/>
                <a:gd name="connsiteY58" fmla="*/ 51792 h 232171"/>
                <a:gd name="connsiteX59" fmla="*/ 432878 w 632805"/>
                <a:gd name="connsiteY59" fmla="*/ 70545 h 232171"/>
                <a:gd name="connsiteX60" fmla="*/ 441804 w 632805"/>
                <a:gd name="connsiteY60" fmla="*/ 91976 h 232171"/>
                <a:gd name="connsiteX61" fmla="*/ 465010 w 632805"/>
                <a:gd name="connsiteY61" fmla="*/ 148233 h 232171"/>
                <a:gd name="connsiteX62" fmla="*/ 467687 w 632805"/>
                <a:gd name="connsiteY62" fmla="*/ 157163 h 232171"/>
                <a:gd name="connsiteX63" fmla="*/ 470365 w 632805"/>
                <a:gd name="connsiteY63" fmla="*/ 148233 h 232171"/>
                <a:gd name="connsiteX64" fmla="*/ 499818 w 632805"/>
                <a:gd name="connsiteY64" fmla="*/ 75902 h 232171"/>
                <a:gd name="connsiteX65" fmla="*/ 549800 w 632805"/>
                <a:gd name="connsiteY65" fmla="*/ 47327 h 232171"/>
                <a:gd name="connsiteX66" fmla="*/ 580146 w 632805"/>
                <a:gd name="connsiteY66" fmla="*/ 52685 h 232171"/>
                <a:gd name="connsiteX67" fmla="*/ 580146 w 632805"/>
                <a:gd name="connsiteY67" fmla="*/ 74116 h 232171"/>
                <a:gd name="connsiteX68" fmla="*/ 543553 w 632805"/>
                <a:gd name="connsiteY68" fmla="*/ 59829 h 232171"/>
                <a:gd name="connsiteX69" fmla="*/ 515884 w 632805"/>
                <a:gd name="connsiteY69" fmla="*/ 83939 h 232171"/>
                <a:gd name="connsiteX70" fmla="*/ 548908 w 632805"/>
                <a:gd name="connsiteY70" fmla="*/ 112514 h 232171"/>
                <a:gd name="connsiteX71" fmla="*/ 588179 w 632805"/>
                <a:gd name="connsiteY71" fmla="*/ 153591 h 232171"/>
                <a:gd name="connsiteX72" fmla="*/ 532842 w 632805"/>
                <a:gd name="connsiteY72" fmla="*/ 198239 h 232171"/>
                <a:gd name="connsiteX73" fmla="*/ 493571 w 632805"/>
                <a:gd name="connsiteY73" fmla="*/ 187523 h 232171"/>
                <a:gd name="connsiteX74" fmla="*/ 493571 w 632805"/>
                <a:gd name="connsiteY74" fmla="*/ 162520 h 232171"/>
                <a:gd name="connsiteX75" fmla="*/ 494463 w 632805"/>
                <a:gd name="connsiteY75" fmla="*/ 163413 h 232171"/>
                <a:gd name="connsiteX76" fmla="*/ 539090 w 632805"/>
                <a:gd name="connsiteY76" fmla="*/ 183952 h 232171"/>
                <a:gd name="connsiteX77" fmla="*/ 570329 w 632805"/>
                <a:gd name="connsiteY77" fmla="*/ 160734 h 232171"/>
                <a:gd name="connsiteX78" fmla="*/ 538197 w 632805"/>
                <a:gd name="connsiteY78" fmla="*/ 131266 h 232171"/>
                <a:gd name="connsiteX79" fmla="*/ 500711 w 632805"/>
                <a:gd name="connsiteY79" fmla="*/ 102691 h 232171"/>
                <a:gd name="connsiteX80" fmla="*/ 447159 w 632805"/>
                <a:gd name="connsiteY80" fmla="*/ 232172 h 232171"/>
                <a:gd name="connsiteX81" fmla="*/ 427523 w 632805"/>
                <a:gd name="connsiteY81" fmla="*/ 232172 h 232171"/>
                <a:gd name="connsiteX82" fmla="*/ 431986 w 632805"/>
                <a:gd name="connsiteY82" fmla="*/ 223242 h 232171"/>
                <a:gd name="connsiteX83" fmla="*/ 436449 w 632805"/>
                <a:gd name="connsiteY83" fmla="*/ 215206 h 232171"/>
                <a:gd name="connsiteX84" fmla="*/ 436449 w 632805"/>
                <a:gd name="connsiteY84" fmla="*/ 215206 h 232171"/>
                <a:gd name="connsiteX85" fmla="*/ 455192 w 632805"/>
                <a:gd name="connsiteY85" fmla="*/ 175022 h 232171"/>
                <a:gd name="connsiteX86" fmla="*/ 416813 w 632805"/>
                <a:gd name="connsiteY86" fmla="*/ 82153 h 232171"/>
                <a:gd name="connsiteX87" fmla="*/ 415028 w 632805"/>
                <a:gd name="connsiteY87" fmla="*/ 76795 h 232171"/>
                <a:gd name="connsiteX88" fmla="*/ 400747 w 632805"/>
                <a:gd name="connsiteY88" fmla="*/ 60722 h 232171"/>
                <a:gd name="connsiteX89" fmla="*/ 385574 w 632805"/>
                <a:gd name="connsiteY89" fmla="*/ 58043 h 232171"/>
                <a:gd name="connsiteX90" fmla="*/ 357013 w 632805"/>
                <a:gd name="connsiteY90" fmla="*/ 82153 h 232171"/>
                <a:gd name="connsiteX91" fmla="*/ 390929 w 632805"/>
                <a:gd name="connsiteY91" fmla="*/ 110728 h 232171"/>
                <a:gd name="connsiteX92" fmla="*/ 430201 w 632805"/>
                <a:gd name="connsiteY92" fmla="*/ 151805 h 232171"/>
                <a:gd name="connsiteX93" fmla="*/ 374864 w 632805"/>
                <a:gd name="connsiteY93" fmla="*/ 196453 h 232171"/>
                <a:gd name="connsiteX94" fmla="*/ 338270 w 632805"/>
                <a:gd name="connsiteY94" fmla="*/ 187523 h 232171"/>
                <a:gd name="connsiteX95" fmla="*/ 338270 w 632805"/>
                <a:gd name="connsiteY95" fmla="*/ 164306 h 232171"/>
                <a:gd name="connsiteX96" fmla="*/ 434664 w 632805"/>
                <a:gd name="connsiteY96" fmla="*/ 70545 h 232171"/>
                <a:gd name="connsiteX97" fmla="*/ 435556 w 632805"/>
                <a:gd name="connsiteY97" fmla="*/ 73223 h 232171"/>
                <a:gd name="connsiteX98" fmla="*/ 443589 w 632805"/>
                <a:gd name="connsiteY98" fmla="*/ 91976 h 232171"/>
                <a:gd name="connsiteX99" fmla="*/ 434664 w 632805"/>
                <a:gd name="connsiteY99" fmla="*/ 70545 h 232171"/>
                <a:gd name="connsiteX100" fmla="*/ 432878 w 632805"/>
                <a:gd name="connsiteY100" fmla="*/ 224135 h 232171"/>
                <a:gd name="connsiteX101" fmla="*/ 437341 w 632805"/>
                <a:gd name="connsiteY101" fmla="*/ 216098 h 232171"/>
                <a:gd name="connsiteX102" fmla="*/ 432878 w 632805"/>
                <a:gd name="connsiteY102" fmla="*/ 224135 h 232171"/>
                <a:gd name="connsiteX103" fmla="*/ 417705 w 632805"/>
                <a:gd name="connsiteY103" fmla="*/ 82153 h 232171"/>
                <a:gd name="connsiteX104" fmla="*/ 416813 w 632805"/>
                <a:gd name="connsiteY104" fmla="*/ 80367 h 232171"/>
                <a:gd name="connsiteX105" fmla="*/ 417705 w 632805"/>
                <a:gd name="connsiteY105" fmla="*/ 82153 h 232171"/>
                <a:gd name="connsiteX106" fmla="*/ 230274 w 632805"/>
                <a:gd name="connsiteY106" fmla="*/ 123230 h 232171"/>
                <a:gd name="connsiteX107" fmla="*/ 277578 w 632805"/>
                <a:gd name="connsiteY107" fmla="*/ 183952 h 232171"/>
                <a:gd name="connsiteX108" fmla="*/ 323097 w 632805"/>
                <a:gd name="connsiteY108" fmla="*/ 121444 h 232171"/>
                <a:gd name="connsiteX109" fmla="*/ 275793 w 632805"/>
                <a:gd name="connsiteY109" fmla="*/ 60722 h 232171"/>
                <a:gd name="connsiteX110" fmla="*/ 230274 w 632805"/>
                <a:gd name="connsiteY110" fmla="*/ 123230 h 232171"/>
                <a:gd name="connsiteX111" fmla="*/ 0 w 632805"/>
                <a:gd name="connsiteY111" fmla="*/ 26789 h 232171"/>
                <a:gd name="connsiteX112" fmla="*/ 0 w 632805"/>
                <a:gd name="connsiteY112" fmla="*/ 26789 h 232171"/>
                <a:gd name="connsiteX113" fmla="*/ 0 w 632805"/>
                <a:gd name="connsiteY113" fmla="*/ 3572 h 232171"/>
                <a:gd name="connsiteX114" fmla="*/ 22313 w 632805"/>
                <a:gd name="connsiteY114" fmla="*/ 3572 h 232171"/>
                <a:gd name="connsiteX115" fmla="*/ 22313 w 632805"/>
                <a:gd name="connsiteY115" fmla="*/ 25896 h 232171"/>
                <a:gd name="connsiteX116" fmla="*/ 22313 w 632805"/>
                <a:gd name="connsiteY116" fmla="*/ 25896 h 232171"/>
                <a:gd name="connsiteX117" fmla="*/ 22313 w 632805"/>
                <a:gd name="connsiteY117" fmla="*/ 168771 h 232171"/>
                <a:gd name="connsiteX118" fmla="*/ 22313 w 632805"/>
                <a:gd name="connsiteY118" fmla="*/ 169664 h 232171"/>
                <a:gd name="connsiteX119" fmla="*/ 22313 w 632805"/>
                <a:gd name="connsiteY119" fmla="*/ 191988 h 232171"/>
                <a:gd name="connsiteX120" fmla="*/ 0 w 632805"/>
                <a:gd name="connsiteY120" fmla="*/ 191988 h 232171"/>
                <a:gd name="connsiteX121" fmla="*/ 0 w 632805"/>
                <a:gd name="connsiteY121" fmla="*/ 169664 h 232171"/>
                <a:gd name="connsiteX122" fmla="*/ 0 w 632805"/>
                <a:gd name="connsiteY122" fmla="*/ 169664 h 232171"/>
                <a:gd name="connsiteX123" fmla="*/ 0 w 632805"/>
                <a:gd name="connsiteY123" fmla="*/ 26789 h 232171"/>
                <a:gd name="connsiteX124" fmla="*/ 610493 w 632805"/>
                <a:gd name="connsiteY124" fmla="*/ 10716 h 232171"/>
                <a:gd name="connsiteX125" fmla="*/ 614955 w 632805"/>
                <a:gd name="connsiteY125" fmla="*/ 10716 h 232171"/>
                <a:gd name="connsiteX126" fmla="*/ 618525 w 632805"/>
                <a:gd name="connsiteY126" fmla="*/ 13395 h 232171"/>
                <a:gd name="connsiteX127" fmla="*/ 615848 w 632805"/>
                <a:gd name="connsiteY127" fmla="*/ 16073 h 232171"/>
                <a:gd name="connsiteX128" fmla="*/ 611385 w 632805"/>
                <a:gd name="connsiteY128" fmla="*/ 16073 h 232171"/>
                <a:gd name="connsiteX129" fmla="*/ 611385 w 632805"/>
                <a:gd name="connsiteY129" fmla="*/ 10716 h 232171"/>
                <a:gd name="connsiteX130" fmla="*/ 606922 w 632805"/>
                <a:gd name="connsiteY130" fmla="*/ 27682 h 232171"/>
                <a:gd name="connsiteX131" fmla="*/ 610493 w 632805"/>
                <a:gd name="connsiteY131" fmla="*/ 27682 h 232171"/>
                <a:gd name="connsiteX132" fmla="*/ 610493 w 632805"/>
                <a:gd name="connsiteY132" fmla="*/ 19645 h 232171"/>
                <a:gd name="connsiteX133" fmla="*/ 614955 w 632805"/>
                <a:gd name="connsiteY133" fmla="*/ 19645 h 232171"/>
                <a:gd name="connsiteX134" fmla="*/ 618525 w 632805"/>
                <a:gd name="connsiteY134" fmla="*/ 27682 h 232171"/>
                <a:gd name="connsiteX135" fmla="*/ 622988 w 632805"/>
                <a:gd name="connsiteY135" fmla="*/ 27682 h 232171"/>
                <a:gd name="connsiteX136" fmla="*/ 619418 w 632805"/>
                <a:gd name="connsiteY136" fmla="*/ 18752 h 232171"/>
                <a:gd name="connsiteX137" fmla="*/ 622988 w 632805"/>
                <a:gd name="connsiteY137" fmla="*/ 13395 h 232171"/>
                <a:gd name="connsiteX138" fmla="*/ 614955 w 632805"/>
                <a:gd name="connsiteY138" fmla="*/ 7144 h 232171"/>
                <a:gd name="connsiteX139" fmla="*/ 607815 w 632805"/>
                <a:gd name="connsiteY139" fmla="*/ 7144 h 232171"/>
                <a:gd name="connsiteX140" fmla="*/ 607815 w 632805"/>
                <a:gd name="connsiteY140" fmla="*/ 27682 h 232171"/>
                <a:gd name="connsiteX141" fmla="*/ 597105 w 632805"/>
                <a:gd name="connsiteY141" fmla="*/ 17859 h 232171"/>
                <a:gd name="connsiteX142" fmla="*/ 613170 w 632805"/>
                <a:gd name="connsiteY142" fmla="*/ 1786 h 232171"/>
                <a:gd name="connsiteX143" fmla="*/ 629236 w 632805"/>
                <a:gd name="connsiteY143" fmla="*/ 17859 h 232171"/>
                <a:gd name="connsiteX144" fmla="*/ 613170 w 632805"/>
                <a:gd name="connsiteY144" fmla="*/ 33933 h 232171"/>
                <a:gd name="connsiteX145" fmla="*/ 597105 w 632805"/>
                <a:gd name="connsiteY145" fmla="*/ 17859 h 232171"/>
                <a:gd name="connsiteX146" fmla="*/ 614063 w 632805"/>
                <a:gd name="connsiteY146" fmla="*/ 37505 h 232171"/>
                <a:gd name="connsiteX147" fmla="*/ 632806 w 632805"/>
                <a:gd name="connsiteY147" fmla="*/ 18752 h 232171"/>
                <a:gd name="connsiteX148" fmla="*/ 614063 w 632805"/>
                <a:gd name="connsiteY148" fmla="*/ 0 h 232171"/>
                <a:gd name="connsiteX149" fmla="*/ 595319 w 632805"/>
                <a:gd name="connsiteY149" fmla="*/ 18752 h 232171"/>
                <a:gd name="connsiteX150" fmla="*/ 614063 w 632805"/>
                <a:gd name="connsiteY150" fmla="*/ 37505 h 232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</a:cxnLst>
              <a:rect l="l" t="t" r="r" b="b"/>
              <a:pathLst>
                <a:path w="632805" h="232171">
                  <a:moveTo>
                    <a:pt x="64262" y="48220"/>
                  </a:moveTo>
                  <a:lnTo>
                    <a:pt x="64262" y="64294"/>
                  </a:lnTo>
                  <a:lnTo>
                    <a:pt x="64262" y="65187"/>
                  </a:lnTo>
                  <a:lnTo>
                    <a:pt x="64262" y="65187"/>
                  </a:lnTo>
                  <a:cubicBezTo>
                    <a:pt x="64262" y="64294"/>
                    <a:pt x="65155" y="64294"/>
                    <a:pt x="65155" y="63401"/>
                  </a:cubicBezTo>
                  <a:cubicBezTo>
                    <a:pt x="73188" y="54471"/>
                    <a:pt x="83898" y="45541"/>
                    <a:pt x="108889" y="45541"/>
                  </a:cubicBezTo>
                  <a:cubicBezTo>
                    <a:pt x="132987" y="45541"/>
                    <a:pt x="148161" y="66080"/>
                    <a:pt x="149053" y="78581"/>
                  </a:cubicBezTo>
                  <a:lnTo>
                    <a:pt x="149053" y="168771"/>
                  </a:lnTo>
                  <a:lnTo>
                    <a:pt x="149053" y="168771"/>
                  </a:lnTo>
                  <a:lnTo>
                    <a:pt x="149053" y="191095"/>
                  </a:lnTo>
                  <a:lnTo>
                    <a:pt x="128525" y="191095"/>
                  </a:lnTo>
                  <a:lnTo>
                    <a:pt x="128525" y="164306"/>
                  </a:lnTo>
                  <a:lnTo>
                    <a:pt x="128525" y="87511"/>
                  </a:lnTo>
                  <a:cubicBezTo>
                    <a:pt x="128525" y="71438"/>
                    <a:pt x="114244" y="59829"/>
                    <a:pt x="97286" y="59829"/>
                  </a:cubicBezTo>
                  <a:cubicBezTo>
                    <a:pt x="83006" y="59829"/>
                    <a:pt x="65155" y="72331"/>
                    <a:pt x="64262" y="85725"/>
                  </a:cubicBezTo>
                  <a:lnTo>
                    <a:pt x="64262" y="167878"/>
                  </a:lnTo>
                  <a:lnTo>
                    <a:pt x="64262" y="168771"/>
                  </a:lnTo>
                  <a:lnTo>
                    <a:pt x="64262" y="191095"/>
                  </a:lnTo>
                  <a:lnTo>
                    <a:pt x="43734" y="191095"/>
                  </a:lnTo>
                  <a:lnTo>
                    <a:pt x="43734" y="167878"/>
                  </a:lnTo>
                  <a:lnTo>
                    <a:pt x="43734" y="65187"/>
                  </a:lnTo>
                  <a:lnTo>
                    <a:pt x="43734" y="46434"/>
                  </a:lnTo>
                  <a:lnTo>
                    <a:pt x="47304" y="46434"/>
                  </a:lnTo>
                  <a:lnTo>
                    <a:pt x="58015" y="46434"/>
                  </a:lnTo>
                  <a:lnTo>
                    <a:pt x="64262" y="46434"/>
                  </a:lnTo>
                  <a:close/>
                  <a:moveTo>
                    <a:pt x="339163" y="164306"/>
                  </a:moveTo>
                  <a:cubicBezTo>
                    <a:pt x="353443" y="176808"/>
                    <a:pt x="365939" y="183952"/>
                    <a:pt x="382004" y="183952"/>
                  </a:cubicBezTo>
                  <a:cubicBezTo>
                    <a:pt x="398070" y="183952"/>
                    <a:pt x="413243" y="175915"/>
                    <a:pt x="413243" y="160734"/>
                  </a:cubicBezTo>
                  <a:cubicBezTo>
                    <a:pt x="413243" y="147340"/>
                    <a:pt x="401640" y="140196"/>
                    <a:pt x="381112" y="131266"/>
                  </a:cubicBezTo>
                  <a:cubicBezTo>
                    <a:pt x="364153" y="124123"/>
                    <a:pt x="350765" y="118765"/>
                    <a:pt x="343625" y="107156"/>
                  </a:cubicBezTo>
                  <a:cubicBezTo>
                    <a:pt x="344518" y="111621"/>
                    <a:pt x="344518" y="116979"/>
                    <a:pt x="344518" y="121444"/>
                  </a:cubicBezTo>
                  <a:cubicBezTo>
                    <a:pt x="344518" y="163413"/>
                    <a:pt x="314172" y="197346"/>
                    <a:pt x="276685" y="197346"/>
                  </a:cubicBezTo>
                  <a:cubicBezTo>
                    <a:pt x="239199" y="197346"/>
                    <a:pt x="208853" y="163413"/>
                    <a:pt x="208853" y="121444"/>
                  </a:cubicBezTo>
                  <a:cubicBezTo>
                    <a:pt x="208853" y="96441"/>
                    <a:pt x="219563" y="73223"/>
                    <a:pt x="237414" y="59829"/>
                  </a:cubicBezTo>
                  <a:lnTo>
                    <a:pt x="191002" y="59829"/>
                  </a:lnTo>
                  <a:lnTo>
                    <a:pt x="191002" y="168771"/>
                  </a:lnTo>
                  <a:lnTo>
                    <a:pt x="191002" y="168771"/>
                  </a:lnTo>
                  <a:lnTo>
                    <a:pt x="191002" y="191095"/>
                  </a:lnTo>
                  <a:lnTo>
                    <a:pt x="170474" y="191095"/>
                  </a:lnTo>
                  <a:lnTo>
                    <a:pt x="170474" y="169664"/>
                  </a:lnTo>
                  <a:cubicBezTo>
                    <a:pt x="170474" y="169664"/>
                    <a:pt x="170474" y="168771"/>
                    <a:pt x="170474" y="168771"/>
                  </a:cubicBezTo>
                  <a:lnTo>
                    <a:pt x="170474" y="59829"/>
                  </a:lnTo>
                  <a:lnTo>
                    <a:pt x="152623" y="59829"/>
                  </a:lnTo>
                  <a:lnTo>
                    <a:pt x="152623" y="46434"/>
                  </a:lnTo>
                  <a:lnTo>
                    <a:pt x="171366" y="46434"/>
                  </a:lnTo>
                  <a:cubicBezTo>
                    <a:pt x="174044" y="18752"/>
                    <a:pt x="191002" y="2679"/>
                    <a:pt x="214208" y="2679"/>
                  </a:cubicBezTo>
                  <a:cubicBezTo>
                    <a:pt x="229381" y="2679"/>
                    <a:pt x="238306" y="4465"/>
                    <a:pt x="242769" y="6251"/>
                  </a:cubicBezTo>
                  <a:lnTo>
                    <a:pt x="242769" y="25003"/>
                  </a:lnTo>
                  <a:cubicBezTo>
                    <a:pt x="242769" y="26789"/>
                    <a:pt x="242769" y="27682"/>
                    <a:pt x="242769" y="27682"/>
                  </a:cubicBezTo>
                  <a:cubicBezTo>
                    <a:pt x="242769" y="27682"/>
                    <a:pt x="241876" y="27682"/>
                    <a:pt x="241876" y="27682"/>
                  </a:cubicBezTo>
                  <a:cubicBezTo>
                    <a:pt x="234736" y="20538"/>
                    <a:pt x="227596" y="16073"/>
                    <a:pt x="209745" y="16073"/>
                  </a:cubicBezTo>
                  <a:cubicBezTo>
                    <a:pt x="196357" y="16073"/>
                    <a:pt x="187432" y="26789"/>
                    <a:pt x="190110" y="46434"/>
                  </a:cubicBezTo>
                  <a:lnTo>
                    <a:pt x="266867" y="46434"/>
                  </a:lnTo>
                  <a:cubicBezTo>
                    <a:pt x="270438" y="45541"/>
                    <a:pt x="273115" y="45541"/>
                    <a:pt x="276685" y="45541"/>
                  </a:cubicBezTo>
                  <a:cubicBezTo>
                    <a:pt x="304354" y="45541"/>
                    <a:pt x="327560" y="63401"/>
                    <a:pt x="338270" y="89297"/>
                  </a:cubicBezTo>
                  <a:cubicBezTo>
                    <a:pt x="338270" y="87511"/>
                    <a:pt x="338270" y="86618"/>
                    <a:pt x="338270" y="84832"/>
                  </a:cubicBezTo>
                  <a:cubicBezTo>
                    <a:pt x="338270" y="58043"/>
                    <a:pt x="364153" y="46434"/>
                    <a:pt x="391822" y="46434"/>
                  </a:cubicBezTo>
                  <a:cubicBezTo>
                    <a:pt x="392715" y="46434"/>
                    <a:pt x="393607" y="46434"/>
                    <a:pt x="394500" y="46434"/>
                  </a:cubicBezTo>
                  <a:cubicBezTo>
                    <a:pt x="404317" y="46434"/>
                    <a:pt x="417705" y="49113"/>
                    <a:pt x="425738" y="51792"/>
                  </a:cubicBezTo>
                  <a:lnTo>
                    <a:pt x="432878" y="70545"/>
                  </a:lnTo>
                  <a:lnTo>
                    <a:pt x="441804" y="91976"/>
                  </a:lnTo>
                  <a:lnTo>
                    <a:pt x="465010" y="148233"/>
                  </a:lnTo>
                  <a:lnTo>
                    <a:pt x="467687" y="157163"/>
                  </a:lnTo>
                  <a:lnTo>
                    <a:pt x="470365" y="148233"/>
                  </a:lnTo>
                  <a:lnTo>
                    <a:pt x="499818" y="75902"/>
                  </a:lnTo>
                  <a:cubicBezTo>
                    <a:pt x="505174" y="56257"/>
                    <a:pt x="526594" y="47327"/>
                    <a:pt x="549800" y="47327"/>
                  </a:cubicBezTo>
                  <a:cubicBezTo>
                    <a:pt x="561403" y="47327"/>
                    <a:pt x="570329" y="49113"/>
                    <a:pt x="580146" y="52685"/>
                  </a:cubicBezTo>
                  <a:lnTo>
                    <a:pt x="580146" y="74116"/>
                  </a:lnTo>
                  <a:cubicBezTo>
                    <a:pt x="567651" y="65187"/>
                    <a:pt x="557833" y="59829"/>
                    <a:pt x="543553" y="59829"/>
                  </a:cubicBezTo>
                  <a:cubicBezTo>
                    <a:pt x="531057" y="59829"/>
                    <a:pt x="515884" y="65187"/>
                    <a:pt x="515884" y="83939"/>
                  </a:cubicBezTo>
                  <a:cubicBezTo>
                    <a:pt x="515884" y="98227"/>
                    <a:pt x="523917" y="100905"/>
                    <a:pt x="548908" y="112514"/>
                  </a:cubicBezTo>
                  <a:cubicBezTo>
                    <a:pt x="569436" y="121444"/>
                    <a:pt x="588179" y="131266"/>
                    <a:pt x="588179" y="153591"/>
                  </a:cubicBezTo>
                  <a:cubicBezTo>
                    <a:pt x="588179" y="191095"/>
                    <a:pt x="550693" y="197346"/>
                    <a:pt x="532842" y="198239"/>
                  </a:cubicBezTo>
                  <a:cubicBezTo>
                    <a:pt x="516777" y="198239"/>
                    <a:pt x="501604" y="194667"/>
                    <a:pt x="493571" y="187523"/>
                  </a:cubicBezTo>
                  <a:lnTo>
                    <a:pt x="493571" y="162520"/>
                  </a:lnTo>
                  <a:lnTo>
                    <a:pt x="494463" y="163413"/>
                  </a:lnTo>
                  <a:cubicBezTo>
                    <a:pt x="508744" y="176808"/>
                    <a:pt x="522132" y="183952"/>
                    <a:pt x="539090" y="183952"/>
                  </a:cubicBezTo>
                  <a:cubicBezTo>
                    <a:pt x="556048" y="183952"/>
                    <a:pt x="570329" y="175915"/>
                    <a:pt x="570329" y="160734"/>
                  </a:cubicBezTo>
                  <a:cubicBezTo>
                    <a:pt x="570329" y="147340"/>
                    <a:pt x="558726" y="140196"/>
                    <a:pt x="538197" y="131266"/>
                  </a:cubicBezTo>
                  <a:cubicBezTo>
                    <a:pt x="518562" y="122337"/>
                    <a:pt x="506066" y="116979"/>
                    <a:pt x="500711" y="102691"/>
                  </a:cubicBezTo>
                  <a:cubicBezTo>
                    <a:pt x="492678" y="122337"/>
                    <a:pt x="455192" y="212527"/>
                    <a:pt x="447159" y="232172"/>
                  </a:cubicBezTo>
                  <a:lnTo>
                    <a:pt x="427523" y="232172"/>
                  </a:lnTo>
                  <a:lnTo>
                    <a:pt x="431986" y="223242"/>
                  </a:lnTo>
                  <a:lnTo>
                    <a:pt x="436449" y="215206"/>
                  </a:lnTo>
                  <a:lnTo>
                    <a:pt x="436449" y="215206"/>
                  </a:lnTo>
                  <a:cubicBezTo>
                    <a:pt x="441804" y="205383"/>
                    <a:pt x="448944" y="190202"/>
                    <a:pt x="455192" y="175022"/>
                  </a:cubicBezTo>
                  <a:lnTo>
                    <a:pt x="416813" y="82153"/>
                  </a:lnTo>
                  <a:cubicBezTo>
                    <a:pt x="416813" y="81260"/>
                    <a:pt x="415920" y="80367"/>
                    <a:pt x="415028" y="76795"/>
                  </a:cubicBezTo>
                  <a:cubicBezTo>
                    <a:pt x="412350" y="69652"/>
                    <a:pt x="409673" y="63401"/>
                    <a:pt x="400747" y="60722"/>
                  </a:cubicBezTo>
                  <a:cubicBezTo>
                    <a:pt x="396285" y="58936"/>
                    <a:pt x="391822" y="58043"/>
                    <a:pt x="385574" y="58043"/>
                  </a:cubicBezTo>
                  <a:cubicBezTo>
                    <a:pt x="373079" y="58043"/>
                    <a:pt x="357013" y="63401"/>
                    <a:pt x="357013" y="82153"/>
                  </a:cubicBezTo>
                  <a:cubicBezTo>
                    <a:pt x="357013" y="96441"/>
                    <a:pt x="365939" y="99120"/>
                    <a:pt x="390929" y="110728"/>
                  </a:cubicBezTo>
                  <a:cubicBezTo>
                    <a:pt x="411458" y="119658"/>
                    <a:pt x="430201" y="129480"/>
                    <a:pt x="430201" y="151805"/>
                  </a:cubicBezTo>
                  <a:cubicBezTo>
                    <a:pt x="430201" y="189309"/>
                    <a:pt x="392715" y="195560"/>
                    <a:pt x="374864" y="196453"/>
                  </a:cubicBezTo>
                  <a:cubicBezTo>
                    <a:pt x="360583" y="196453"/>
                    <a:pt x="347195" y="192881"/>
                    <a:pt x="338270" y="187523"/>
                  </a:cubicBezTo>
                  <a:lnTo>
                    <a:pt x="338270" y="164306"/>
                  </a:lnTo>
                  <a:close/>
                  <a:moveTo>
                    <a:pt x="434664" y="70545"/>
                  </a:moveTo>
                  <a:cubicBezTo>
                    <a:pt x="434664" y="71438"/>
                    <a:pt x="435556" y="72331"/>
                    <a:pt x="435556" y="73223"/>
                  </a:cubicBezTo>
                  <a:lnTo>
                    <a:pt x="443589" y="91976"/>
                  </a:lnTo>
                  <a:lnTo>
                    <a:pt x="434664" y="70545"/>
                  </a:lnTo>
                  <a:close/>
                  <a:moveTo>
                    <a:pt x="432878" y="224135"/>
                  </a:moveTo>
                  <a:cubicBezTo>
                    <a:pt x="433771" y="222349"/>
                    <a:pt x="435556" y="219670"/>
                    <a:pt x="437341" y="216098"/>
                  </a:cubicBezTo>
                  <a:lnTo>
                    <a:pt x="432878" y="224135"/>
                  </a:lnTo>
                  <a:close/>
                  <a:moveTo>
                    <a:pt x="417705" y="82153"/>
                  </a:moveTo>
                  <a:cubicBezTo>
                    <a:pt x="418598" y="83046"/>
                    <a:pt x="416813" y="80367"/>
                    <a:pt x="416813" y="80367"/>
                  </a:cubicBezTo>
                  <a:lnTo>
                    <a:pt x="417705" y="82153"/>
                  </a:lnTo>
                  <a:close/>
                  <a:moveTo>
                    <a:pt x="230274" y="123230"/>
                  </a:moveTo>
                  <a:cubicBezTo>
                    <a:pt x="231166" y="157163"/>
                    <a:pt x="252587" y="184845"/>
                    <a:pt x="277578" y="183952"/>
                  </a:cubicBezTo>
                  <a:cubicBezTo>
                    <a:pt x="303461" y="183059"/>
                    <a:pt x="323990" y="155377"/>
                    <a:pt x="323097" y="121444"/>
                  </a:cubicBezTo>
                  <a:cubicBezTo>
                    <a:pt x="322204" y="87511"/>
                    <a:pt x="300784" y="59829"/>
                    <a:pt x="275793" y="60722"/>
                  </a:cubicBezTo>
                  <a:cubicBezTo>
                    <a:pt x="249909" y="60722"/>
                    <a:pt x="229381" y="89297"/>
                    <a:pt x="230274" y="123230"/>
                  </a:cubicBezTo>
                  <a:moveTo>
                    <a:pt x="0" y="26789"/>
                  </a:moveTo>
                  <a:lnTo>
                    <a:pt x="0" y="26789"/>
                  </a:lnTo>
                  <a:lnTo>
                    <a:pt x="0" y="3572"/>
                  </a:lnTo>
                  <a:lnTo>
                    <a:pt x="22313" y="3572"/>
                  </a:lnTo>
                  <a:lnTo>
                    <a:pt x="22313" y="25896"/>
                  </a:lnTo>
                  <a:lnTo>
                    <a:pt x="22313" y="25896"/>
                  </a:lnTo>
                  <a:lnTo>
                    <a:pt x="22313" y="168771"/>
                  </a:lnTo>
                  <a:lnTo>
                    <a:pt x="22313" y="169664"/>
                  </a:lnTo>
                  <a:lnTo>
                    <a:pt x="22313" y="191988"/>
                  </a:lnTo>
                  <a:lnTo>
                    <a:pt x="0" y="191988"/>
                  </a:lnTo>
                  <a:lnTo>
                    <a:pt x="0" y="169664"/>
                  </a:lnTo>
                  <a:lnTo>
                    <a:pt x="0" y="169664"/>
                  </a:lnTo>
                  <a:lnTo>
                    <a:pt x="0" y="26789"/>
                  </a:lnTo>
                  <a:close/>
                  <a:moveTo>
                    <a:pt x="610493" y="10716"/>
                  </a:moveTo>
                  <a:lnTo>
                    <a:pt x="614955" y="10716"/>
                  </a:lnTo>
                  <a:cubicBezTo>
                    <a:pt x="616740" y="10716"/>
                    <a:pt x="618525" y="11609"/>
                    <a:pt x="618525" y="13395"/>
                  </a:cubicBezTo>
                  <a:cubicBezTo>
                    <a:pt x="618525" y="15181"/>
                    <a:pt x="616740" y="16073"/>
                    <a:pt x="615848" y="16073"/>
                  </a:cubicBezTo>
                  <a:lnTo>
                    <a:pt x="611385" y="16073"/>
                  </a:lnTo>
                  <a:lnTo>
                    <a:pt x="611385" y="10716"/>
                  </a:lnTo>
                  <a:close/>
                  <a:moveTo>
                    <a:pt x="606922" y="27682"/>
                  </a:moveTo>
                  <a:lnTo>
                    <a:pt x="610493" y="27682"/>
                  </a:lnTo>
                  <a:lnTo>
                    <a:pt x="610493" y="19645"/>
                  </a:lnTo>
                  <a:lnTo>
                    <a:pt x="614955" y="19645"/>
                  </a:lnTo>
                  <a:lnTo>
                    <a:pt x="618525" y="27682"/>
                  </a:lnTo>
                  <a:lnTo>
                    <a:pt x="622988" y="27682"/>
                  </a:lnTo>
                  <a:lnTo>
                    <a:pt x="619418" y="18752"/>
                  </a:lnTo>
                  <a:cubicBezTo>
                    <a:pt x="620310" y="17859"/>
                    <a:pt x="622988" y="16966"/>
                    <a:pt x="622988" y="13395"/>
                  </a:cubicBezTo>
                  <a:cubicBezTo>
                    <a:pt x="622988" y="7144"/>
                    <a:pt x="618525" y="7144"/>
                    <a:pt x="614955" y="7144"/>
                  </a:cubicBezTo>
                  <a:lnTo>
                    <a:pt x="607815" y="7144"/>
                  </a:lnTo>
                  <a:lnTo>
                    <a:pt x="607815" y="27682"/>
                  </a:lnTo>
                  <a:close/>
                  <a:moveTo>
                    <a:pt x="597105" y="17859"/>
                  </a:moveTo>
                  <a:cubicBezTo>
                    <a:pt x="597105" y="8930"/>
                    <a:pt x="604245" y="1786"/>
                    <a:pt x="613170" y="1786"/>
                  </a:cubicBezTo>
                  <a:cubicBezTo>
                    <a:pt x="622095" y="1786"/>
                    <a:pt x="629236" y="8930"/>
                    <a:pt x="629236" y="17859"/>
                  </a:cubicBezTo>
                  <a:cubicBezTo>
                    <a:pt x="629236" y="26789"/>
                    <a:pt x="622095" y="33933"/>
                    <a:pt x="613170" y="33933"/>
                  </a:cubicBezTo>
                  <a:cubicBezTo>
                    <a:pt x="605137" y="33933"/>
                    <a:pt x="597105" y="26789"/>
                    <a:pt x="597105" y="17859"/>
                  </a:cubicBezTo>
                  <a:moveTo>
                    <a:pt x="614063" y="37505"/>
                  </a:moveTo>
                  <a:cubicBezTo>
                    <a:pt x="624773" y="37505"/>
                    <a:pt x="632806" y="28575"/>
                    <a:pt x="632806" y="18752"/>
                  </a:cubicBezTo>
                  <a:cubicBezTo>
                    <a:pt x="632806" y="8037"/>
                    <a:pt x="623881" y="0"/>
                    <a:pt x="614063" y="0"/>
                  </a:cubicBezTo>
                  <a:cubicBezTo>
                    <a:pt x="603352" y="0"/>
                    <a:pt x="595319" y="8930"/>
                    <a:pt x="595319" y="18752"/>
                  </a:cubicBezTo>
                  <a:cubicBezTo>
                    <a:pt x="594427" y="28575"/>
                    <a:pt x="603352" y="37505"/>
                    <a:pt x="614063" y="37505"/>
                  </a:cubicBezTo>
                </a:path>
              </a:pathLst>
            </a:custGeom>
            <a:solidFill>
              <a:schemeClr val="accent1"/>
            </a:solidFill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6" name="Graphic 27">
              <a:extLst>
                <a:ext uri="{FF2B5EF4-FFF2-40B4-BE49-F238E27FC236}">
                  <a16:creationId xmlns:a16="http://schemas.microsoft.com/office/drawing/2014/main" id="{F92A1961-FD75-4E8F-9E4D-7A386906BC1B}"/>
                </a:ext>
              </a:extLst>
            </p:cNvPr>
            <p:cNvGrpSpPr/>
            <p:nvPr/>
          </p:nvGrpSpPr>
          <p:grpSpPr>
            <a:xfrm>
              <a:off x="10889077" y="6475777"/>
              <a:ext cx="922910" cy="118030"/>
              <a:chOff x="5673009" y="1856926"/>
              <a:chExt cx="1026412" cy="131266"/>
            </a:xfrm>
            <a:solidFill>
              <a:schemeClr val="accent4"/>
            </a:solidFill>
          </p:grpSpPr>
          <p:sp>
            <p:nvSpPr>
              <p:cNvPr id="8" name="Freeform 9">
                <a:extLst>
                  <a:ext uri="{FF2B5EF4-FFF2-40B4-BE49-F238E27FC236}">
                    <a16:creationId xmlns:a16="http://schemas.microsoft.com/office/drawing/2014/main" id="{3E756DB3-256E-42CA-B134-E434987A6FDE}"/>
                  </a:ext>
                </a:extLst>
              </p:cNvPr>
              <p:cNvSpPr/>
              <p:nvPr/>
            </p:nvSpPr>
            <p:spPr>
              <a:xfrm>
                <a:off x="5673009" y="1856926"/>
                <a:ext cx="97286" cy="129480"/>
              </a:xfrm>
              <a:custGeom>
                <a:avLst/>
                <a:gdLst>
                  <a:gd name="connsiteX0" fmla="*/ 96394 w 97286"/>
                  <a:gd name="connsiteY0" fmla="*/ 124123 h 129480"/>
                  <a:gd name="connsiteX1" fmla="*/ 64262 w 97286"/>
                  <a:gd name="connsiteY1" fmla="*/ 129480 h 129480"/>
                  <a:gd name="connsiteX2" fmla="*/ 0 w 97286"/>
                  <a:gd name="connsiteY2" fmla="*/ 66080 h 129480"/>
                  <a:gd name="connsiteX3" fmla="*/ 66940 w 97286"/>
                  <a:gd name="connsiteY3" fmla="*/ 0 h 129480"/>
                  <a:gd name="connsiteX4" fmla="*/ 97286 w 97286"/>
                  <a:gd name="connsiteY4" fmla="*/ 5358 h 129480"/>
                  <a:gd name="connsiteX5" fmla="*/ 91931 w 97286"/>
                  <a:gd name="connsiteY5" fmla="*/ 23217 h 129480"/>
                  <a:gd name="connsiteX6" fmla="*/ 67832 w 97286"/>
                  <a:gd name="connsiteY6" fmla="*/ 18752 h 129480"/>
                  <a:gd name="connsiteX7" fmla="*/ 24098 w 97286"/>
                  <a:gd name="connsiteY7" fmla="*/ 65187 h 129480"/>
                  <a:gd name="connsiteX8" fmla="*/ 67832 w 97286"/>
                  <a:gd name="connsiteY8" fmla="*/ 110728 h 129480"/>
                  <a:gd name="connsiteX9" fmla="*/ 92823 w 97286"/>
                  <a:gd name="connsiteY9" fmla="*/ 106263 h 129480"/>
                  <a:gd name="connsiteX10" fmla="*/ 96394 w 97286"/>
                  <a:gd name="connsiteY10" fmla="*/ 124123 h 129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7286" h="129480">
                    <a:moveTo>
                      <a:pt x="96394" y="124123"/>
                    </a:moveTo>
                    <a:cubicBezTo>
                      <a:pt x="91038" y="126802"/>
                      <a:pt x="79435" y="129480"/>
                      <a:pt x="64262" y="129480"/>
                    </a:cubicBezTo>
                    <a:cubicBezTo>
                      <a:pt x="24098" y="129480"/>
                      <a:pt x="0" y="104477"/>
                      <a:pt x="0" y="66080"/>
                    </a:cubicBezTo>
                    <a:cubicBezTo>
                      <a:pt x="0" y="25003"/>
                      <a:pt x="28561" y="0"/>
                      <a:pt x="66940" y="0"/>
                    </a:cubicBezTo>
                    <a:cubicBezTo>
                      <a:pt x="82113" y="0"/>
                      <a:pt x="92823" y="3572"/>
                      <a:pt x="97286" y="5358"/>
                    </a:cubicBezTo>
                    <a:lnTo>
                      <a:pt x="91931" y="23217"/>
                    </a:lnTo>
                    <a:cubicBezTo>
                      <a:pt x="85683" y="20538"/>
                      <a:pt x="77650" y="18752"/>
                      <a:pt x="67832" y="18752"/>
                    </a:cubicBezTo>
                    <a:cubicBezTo>
                      <a:pt x="41949" y="18752"/>
                      <a:pt x="24098" y="34826"/>
                      <a:pt x="24098" y="65187"/>
                    </a:cubicBezTo>
                    <a:cubicBezTo>
                      <a:pt x="24098" y="92869"/>
                      <a:pt x="40164" y="110728"/>
                      <a:pt x="67832" y="110728"/>
                    </a:cubicBezTo>
                    <a:cubicBezTo>
                      <a:pt x="76758" y="110728"/>
                      <a:pt x="86576" y="108942"/>
                      <a:pt x="92823" y="106263"/>
                    </a:cubicBezTo>
                    <a:lnTo>
                      <a:pt x="96394" y="124123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" name="Freeform 10">
                <a:extLst>
                  <a:ext uri="{FF2B5EF4-FFF2-40B4-BE49-F238E27FC236}">
                    <a16:creationId xmlns:a16="http://schemas.microsoft.com/office/drawing/2014/main" id="{DA7838EC-7D87-4C55-9CFC-7EE6EF0E51B4}"/>
                  </a:ext>
                </a:extLst>
              </p:cNvPr>
              <p:cNvSpPr/>
              <p:nvPr/>
            </p:nvSpPr>
            <p:spPr>
              <a:xfrm>
                <a:off x="5779220" y="1858691"/>
                <a:ext cx="117814" cy="128608"/>
              </a:xfrm>
              <a:custGeom>
                <a:avLst/>
                <a:gdLst>
                  <a:gd name="connsiteX0" fmla="*/ 117814 w 117814"/>
                  <a:gd name="connsiteY0" fmla="*/ 62529 h 128608"/>
                  <a:gd name="connsiteX1" fmla="*/ 58015 w 117814"/>
                  <a:gd name="connsiteY1" fmla="*/ 128609 h 128608"/>
                  <a:gd name="connsiteX2" fmla="*/ 0 w 117814"/>
                  <a:gd name="connsiteY2" fmla="*/ 65208 h 128608"/>
                  <a:gd name="connsiteX3" fmla="*/ 59800 w 117814"/>
                  <a:gd name="connsiteY3" fmla="*/ 21 h 128608"/>
                  <a:gd name="connsiteX4" fmla="*/ 117814 w 117814"/>
                  <a:gd name="connsiteY4" fmla="*/ 62529 h 128608"/>
                  <a:gd name="connsiteX5" fmla="*/ 24098 w 117814"/>
                  <a:gd name="connsiteY5" fmla="*/ 64315 h 128608"/>
                  <a:gd name="connsiteX6" fmla="*/ 58907 w 117814"/>
                  <a:gd name="connsiteY6" fmla="*/ 109856 h 128608"/>
                  <a:gd name="connsiteX7" fmla="*/ 93716 w 117814"/>
                  <a:gd name="connsiteY7" fmla="*/ 63422 h 128608"/>
                  <a:gd name="connsiteX8" fmla="*/ 58907 w 117814"/>
                  <a:gd name="connsiteY8" fmla="*/ 16987 h 128608"/>
                  <a:gd name="connsiteX9" fmla="*/ 24098 w 117814"/>
                  <a:gd name="connsiteY9" fmla="*/ 64315 h 128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7814" h="128608">
                    <a:moveTo>
                      <a:pt x="117814" y="62529"/>
                    </a:moveTo>
                    <a:cubicBezTo>
                      <a:pt x="117814" y="104498"/>
                      <a:pt x="91931" y="128609"/>
                      <a:pt x="58015" y="128609"/>
                    </a:cubicBezTo>
                    <a:cubicBezTo>
                      <a:pt x="22313" y="128609"/>
                      <a:pt x="0" y="101819"/>
                      <a:pt x="0" y="65208"/>
                    </a:cubicBezTo>
                    <a:cubicBezTo>
                      <a:pt x="0" y="26810"/>
                      <a:pt x="24098" y="21"/>
                      <a:pt x="59800" y="21"/>
                    </a:cubicBezTo>
                    <a:cubicBezTo>
                      <a:pt x="95501" y="-872"/>
                      <a:pt x="117814" y="26810"/>
                      <a:pt x="117814" y="62529"/>
                    </a:cubicBezTo>
                    <a:close/>
                    <a:moveTo>
                      <a:pt x="24098" y="64315"/>
                    </a:moveTo>
                    <a:cubicBezTo>
                      <a:pt x="24098" y="90211"/>
                      <a:pt x="36594" y="109856"/>
                      <a:pt x="58907" y="109856"/>
                    </a:cubicBezTo>
                    <a:cubicBezTo>
                      <a:pt x="81221" y="109856"/>
                      <a:pt x="93716" y="89318"/>
                      <a:pt x="93716" y="63422"/>
                    </a:cubicBezTo>
                    <a:cubicBezTo>
                      <a:pt x="93716" y="40205"/>
                      <a:pt x="82113" y="16987"/>
                      <a:pt x="58907" y="16987"/>
                    </a:cubicBezTo>
                    <a:cubicBezTo>
                      <a:pt x="35701" y="16987"/>
                      <a:pt x="24098" y="38419"/>
                      <a:pt x="24098" y="64315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AAB6B7D2-473E-4DB9-A007-BDF7E647C63C}"/>
                  </a:ext>
                </a:extLst>
              </p:cNvPr>
              <p:cNvSpPr/>
              <p:nvPr/>
            </p:nvSpPr>
            <p:spPr>
              <a:xfrm>
                <a:off x="5913100" y="1859605"/>
                <a:ext cx="99070" cy="125015"/>
              </a:xfrm>
              <a:custGeom>
                <a:avLst/>
                <a:gdLst>
                  <a:gd name="connsiteX0" fmla="*/ 0 w 99070"/>
                  <a:gd name="connsiteY0" fmla="*/ 125016 h 125015"/>
                  <a:gd name="connsiteX1" fmla="*/ 0 w 99070"/>
                  <a:gd name="connsiteY1" fmla="*/ 0 h 125015"/>
                  <a:gd name="connsiteX2" fmla="*/ 25883 w 99070"/>
                  <a:gd name="connsiteY2" fmla="*/ 0 h 125015"/>
                  <a:gd name="connsiteX3" fmla="*/ 58015 w 99070"/>
                  <a:gd name="connsiteY3" fmla="*/ 53578 h 125015"/>
                  <a:gd name="connsiteX4" fmla="*/ 79435 w 99070"/>
                  <a:gd name="connsiteY4" fmla="*/ 95548 h 125015"/>
                  <a:gd name="connsiteX5" fmla="*/ 79435 w 99070"/>
                  <a:gd name="connsiteY5" fmla="*/ 95548 h 125015"/>
                  <a:gd name="connsiteX6" fmla="*/ 77650 w 99070"/>
                  <a:gd name="connsiteY6" fmla="*/ 43755 h 125015"/>
                  <a:gd name="connsiteX7" fmla="*/ 77650 w 99070"/>
                  <a:gd name="connsiteY7" fmla="*/ 0 h 125015"/>
                  <a:gd name="connsiteX8" fmla="*/ 99071 w 99070"/>
                  <a:gd name="connsiteY8" fmla="*/ 0 h 125015"/>
                  <a:gd name="connsiteX9" fmla="*/ 99071 w 99070"/>
                  <a:gd name="connsiteY9" fmla="*/ 125016 h 125015"/>
                  <a:gd name="connsiteX10" fmla="*/ 75865 w 99070"/>
                  <a:gd name="connsiteY10" fmla="*/ 125016 h 125015"/>
                  <a:gd name="connsiteX11" fmla="*/ 42841 w 99070"/>
                  <a:gd name="connsiteY11" fmla="*/ 69652 h 125015"/>
                  <a:gd name="connsiteX12" fmla="*/ 20528 w 99070"/>
                  <a:gd name="connsiteY12" fmla="*/ 26789 h 125015"/>
                  <a:gd name="connsiteX13" fmla="*/ 19636 w 99070"/>
                  <a:gd name="connsiteY13" fmla="*/ 26789 h 125015"/>
                  <a:gd name="connsiteX14" fmla="*/ 20528 w 99070"/>
                  <a:gd name="connsiteY14" fmla="*/ 80367 h 125015"/>
                  <a:gd name="connsiteX15" fmla="*/ 20528 w 99070"/>
                  <a:gd name="connsiteY15" fmla="*/ 125016 h 125015"/>
                  <a:gd name="connsiteX16" fmla="*/ 0 w 99070"/>
                  <a:gd name="connsiteY16" fmla="*/ 125016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070" h="125015">
                    <a:moveTo>
                      <a:pt x="0" y="125016"/>
                    </a:moveTo>
                    <a:lnTo>
                      <a:pt x="0" y="0"/>
                    </a:lnTo>
                    <a:lnTo>
                      <a:pt x="25883" y="0"/>
                    </a:lnTo>
                    <a:lnTo>
                      <a:pt x="58015" y="53578"/>
                    </a:lnTo>
                    <a:cubicBezTo>
                      <a:pt x="66047" y="67866"/>
                      <a:pt x="73188" y="82153"/>
                      <a:pt x="79435" y="95548"/>
                    </a:cubicBezTo>
                    <a:lnTo>
                      <a:pt x="79435" y="95548"/>
                    </a:lnTo>
                    <a:cubicBezTo>
                      <a:pt x="77650" y="78581"/>
                      <a:pt x="77650" y="62508"/>
                      <a:pt x="77650" y="43755"/>
                    </a:cubicBezTo>
                    <a:lnTo>
                      <a:pt x="77650" y="0"/>
                    </a:lnTo>
                    <a:lnTo>
                      <a:pt x="99071" y="0"/>
                    </a:lnTo>
                    <a:lnTo>
                      <a:pt x="99071" y="125016"/>
                    </a:lnTo>
                    <a:lnTo>
                      <a:pt x="75865" y="125016"/>
                    </a:lnTo>
                    <a:lnTo>
                      <a:pt x="42841" y="69652"/>
                    </a:lnTo>
                    <a:cubicBezTo>
                      <a:pt x="34809" y="56257"/>
                      <a:pt x="26776" y="41077"/>
                      <a:pt x="20528" y="26789"/>
                    </a:cubicBezTo>
                    <a:lnTo>
                      <a:pt x="19636" y="26789"/>
                    </a:lnTo>
                    <a:cubicBezTo>
                      <a:pt x="20528" y="42863"/>
                      <a:pt x="20528" y="59829"/>
                      <a:pt x="20528" y="80367"/>
                    </a:cubicBezTo>
                    <a:lnTo>
                      <a:pt x="20528" y="125016"/>
                    </a:lnTo>
                    <a:lnTo>
                      <a:pt x="0" y="125016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29B4DDED-9279-43BD-9A62-35E19D933717}"/>
                  </a:ext>
                </a:extLst>
              </p:cNvPr>
              <p:cNvSpPr/>
              <p:nvPr/>
            </p:nvSpPr>
            <p:spPr>
              <a:xfrm>
                <a:off x="6030915" y="1858712"/>
                <a:ext cx="81220" cy="129480"/>
              </a:xfrm>
              <a:custGeom>
                <a:avLst/>
                <a:gdLst>
                  <a:gd name="connsiteX0" fmla="*/ 3570 w 81220"/>
                  <a:gd name="connsiteY0" fmla="*/ 101798 h 129480"/>
                  <a:gd name="connsiteX1" fmla="*/ 33916 w 81220"/>
                  <a:gd name="connsiteY1" fmla="*/ 109835 h 129480"/>
                  <a:gd name="connsiteX2" fmla="*/ 57122 w 81220"/>
                  <a:gd name="connsiteY2" fmla="*/ 92869 h 129480"/>
                  <a:gd name="connsiteX3" fmla="*/ 34809 w 81220"/>
                  <a:gd name="connsiteY3" fmla="*/ 72330 h 129480"/>
                  <a:gd name="connsiteX4" fmla="*/ 893 w 81220"/>
                  <a:gd name="connsiteY4" fmla="*/ 35719 h 129480"/>
                  <a:gd name="connsiteX5" fmla="*/ 45519 w 81220"/>
                  <a:gd name="connsiteY5" fmla="*/ 0 h 129480"/>
                  <a:gd name="connsiteX6" fmla="*/ 75865 w 81220"/>
                  <a:gd name="connsiteY6" fmla="*/ 6251 h 129480"/>
                  <a:gd name="connsiteX7" fmla="*/ 70510 w 81220"/>
                  <a:gd name="connsiteY7" fmla="*/ 25003 h 129480"/>
                  <a:gd name="connsiteX8" fmla="*/ 45519 w 81220"/>
                  <a:gd name="connsiteY8" fmla="*/ 18752 h 129480"/>
                  <a:gd name="connsiteX9" fmla="*/ 24991 w 81220"/>
                  <a:gd name="connsiteY9" fmla="*/ 33933 h 129480"/>
                  <a:gd name="connsiteX10" fmla="*/ 49089 w 81220"/>
                  <a:gd name="connsiteY10" fmla="*/ 54471 h 129480"/>
                  <a:gd name="connsiteX11" fmla="*/ 81221 w 81220"/>
                  <a:gd name="connsiteY11" fmla="*/ 91976 h 129480"/>
                  <a:gd name="connsiteX12" fmla="*/ 33916 w 81220"/>
                  <a:gd name="connsiteY12" fmla="*/ 129480 h 129480"/>
                  <a:gd name="connsiteX13" fmla="*/ 0 w 81220"/>
                  <a:gd name="connsiteY13" fmla="*/ 121444 h 129480"/>
                  <a:gd name="connsiteX14" fmla="*/ 3570 w 81220"/>
                  <a:gd name="connsiteY14" fmla="*/ 101798 h 129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20" h="129480">
                    <a:moveTo>
                      <a:pt x="3570" y="101798"/>
                    </a:moveTo>
                    <a:cubicBezTo>
                      <a:pt x="10711" y="106263"/>
                      <a:pt x="22313" y="109835"/>
                      <a:pt x="33916" y="109835"/>
                    </a:cubicBezTo>
                    <a:cubicBezTo>
                      <a:pt x="48197" y="109835"/>
                      <a:pt x="57122" y="102691"/>
                      <a:pt x="57122" y="92869"/>
                    </a:cubicBezTo>
                    <a:cubicBezTo>
                      <a:pt x="57122" y="83046"/>
                      <a:pt x="50874" y="77688"/>
                      <a:pt x="34809" y="72330"/>
                    </a:cubicBezTo>
                    <a:cubicBezTo>
                      <a:pt x="14281" y="65187"/>
                      <a:pt x="893" y="53578"/>
                      <a:pt x="893" y="35719"/>
                    </a:cubicBezTo>
                    <a:cubicBezTo>
                      <a:pt x="893" y="15180"/>
                      <a:pt x="17851" y="0"/>
                      <a:pt x="45519" y="0"/>
                    </a:cubicBezTo>
                    <a:cubicBezTo>
                      <a:pt x="58907" y="0"/>
                      <a:pt x="68725" y="2679"/>
                      <a:pt x="75865" y="6251"/>
                    </a:cubicBezTo>
                    <a:lnTo>
                      <a:pt x="70510" y="25003"/>
                    </a:lnTo>
                    <a:cubicBezTo>
                      <a:pt x="66047" y="22324"/>
                      <a:pt x="57122" y="18752"/>
                      <a:pt x="45519" y="18752"/>
                    </a:cubicBezTo>
                    <a:cubicBezTo>
                      <a:pt x="31239" y="18752"/>
                      <a:pt x="24991" y="26789"/>
                      <a:pt x="24991" y="33933"/>
                    </a:cubicBezTo>
                    <a:cubicBezTo>
                      <a:pt x="24991" y="43755"/>
                      <a:pt x="32131" y="48220"/>
                      <a:pt x="49089" y="54471"/>
                    </a:cubicBezTo>
                    <a:cubicBezTo>
                      <a:pt x="70510" y="62508"/>
                      <a:pt x="81221" y="73223"/>
                      <a:pt x="81221" y="91976"/>
                    </a:cubicBezTo>
                    <a:cubicBezTo>
                      <a:pt x="81221" y="111621"/>
                      <a:pt x="66047" y="129480"/>
                      <a:pt x="33916" y="129480"/>
                    </a:cubicBezTo>
                    <a:cubicBezTo>
                      <a:pt x="20528" y="129480"/>
                      <a:pt x="7140" y="125909"/>
                      <a:pt x="0" y="121444"/>
                    </a:cubicBezTo>
                    <a:lnTo>
                      <a:pt x="3570" y="101798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2" name="Freeform 13">
                <a:extLst>
                  <a:ext uri="{FF2B5EF4-FFF2-40B4-BE49-F238E27FC236}">
                    <a16:creationId xmlns:a16="http://schemas.microsoft.com/office/drawing/2014/main" id="{C9DC0ECB-24E8-4F10-BA0D-B298F568551E}"/>
                  </a:ext>
                </a:extLst>
              </p:cNvPr>
              <p:cNvSpPr/>
              <p:nvPr/>
            </p:nvSpPr>
            <p:spPr>
              <a:xfrm>
                <a:off x="6129093" y="1859605"/>
                <a:ext cx="97286" cy="126801"/>
              </a:xfrm>
              <a:custGeom>
                <a:avLst/>
                <a:gdLst>
                  <a:gd name="connsiteX0" fmla="*/ 21421 w 97286"/>
                  <a:gd name="connsiteY0" fmla="*/ 0 h 126801"/>
                  <a:gd name="connsiteX1" fmla="*/ 21421 w 97286"/>
                  <a:gd name="connsiteY1" fmla="*/ 73223 h 126801"/>
                  <a:gd name="connsiteX2" fmla="*/ 47304 w 97286"/>
                  <a:gd name="connsiteY2" fmla="*/ 108942 h 126801"/>
                  <a:gd name="connsiteX3" fmla="*/ 74080 w 97286"/>
                  <a:gd name="connsiteY3" fmla="*/ 73223 h 126801"/>
                  <a:gd name="connsiteX4" fmla="*/ 74080 w 97286"/>
                  <a:gd name="connsiteY4" fmla="*/ 0 h 126801"/>
                  <a:gd name="connsiteX5" fmla="*/ 97286 w 97286"/>
                  <a:gd name="connsiteY5" fmla="*/ 0 h 126801"/>
                  <a:gd name="connsiteX6" fmla="*/ 97286 w 97286"/>
                  <a:gd name="connsiteY6" fmla="*/ 71438 h 126801"/>
                  <a:gd name="connsiteX7" fmla="*/ 47304 w 97286"/>
                  <a:gd name="connsiteY7" fmla="*/ 126802 h 126801"/>
                  <a:gd name="connsiteX8" fmla="*/ 0 w 97286"/>
                  <a:gd name="connsiteY8" fmla="*/ 71438 h 126801"/>
                  <a:gd name="connsiteX9" fmla="*/ 0 w 97286"/>
                  <a:gd name="connsiteY9" fmla="*/ 0 h 126801"/>
                  <a:gd name="connsiteX10" fmla="*/ 21421 w 97286"/>
                  <a:gd name="connsiteY10" fmla="*/ 0 h 126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7286" h="126801">
                    <a:moveTo>
                      <a:pt x="21421" y="0"/>
                    </a:moveTo>
                    <a:lnTo>
                      <a:pt x="21421" y="73223"/>
                    </a:lnTo>
                    <a:cubicBezTo>
                      <a:pt x="21421" y="97334"/>
                      <a:pt x="31239" y="108942"/>
                      <a:pt x="47304" y="108942"/>
                    </a:cubicBezTo>
                    <a:cubicBezTo>
                      <a:pt x="64262" y="108942"/>
                      <a:pt x="74080" y="97334"/>
                      <a:pt x="74080" y="73223"/>
                    </a:cubicBezTo>
                    <a:lnTo>
                      <a:pt x="74080" y="0"/>
                    </a:lnTo>
                    <a:lnTo>
                      <a:pt x="97286" y="0"/>
                    </a:lnTo>
                    <a:lnTo>
                      <a:pt x="97286" y="71438"/>
                    </a:lnTo>
                    <a:cubicBezTo>
                      <a:pt x="97286" y="109835"/>
                      <a:pt x="77650" y="126802"/>
                      <a:pt x="47304" y="126802"/>
                    </a:cubicBezTo>
                    <a:cubicBezTo>
                      <a:pt x="18743" y="126802"/>
                      <a:pt x="0" y="110728"/>
                      <a:pt x="0" y="71438"/>
                    </a:cubicBezTo>
                    <a:lnTo>
                      <a:pt x="0" y="0"/>
                    </a:lnTo>
                    <a:lnTo>
                      <a:pt x="21421" y="0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3" name="Freeform 14">
                <a:extLst>
                  <a:ext uri="{FF2B5EF4-FFF2-40B4-BE49-F238E27FC236}">
                    <a16:creationId xmlns:a16="http://schemas.microsoft.com/office/drawing/2014/main" id="{4E0E9E2C-8A3C-49FA-B41F-2EDCC53AD4F4}"/>
                  </a:ext>
                </a:extLst>
              </p:cNvPr>
              <p:cNvSpPr/>
              <p:nvPr/>
            </p:nvSpPr>
            <p:spPr>
              <a:xfrm>
                <a:off x="6248693" y="1859605"/>
                <a:ext cx="74972" cy="125015"/>
              </a:xfrm>
              <a:custGeom>
                <a:avLst/>
                <a:gdLst>
                  <a:gd name="connsiteX0" fmla="*/ 0 w 74972"/>
                  <a:gd name="connsiteY0" fmla="*/ 0 h 125015"/>
                  <a:gd name="connsiteX1" fmla="*/ 23206 w 74972"/>
                  <a:gd name="connsiteY1" fmla="*/ 0 h 125015"/>
                  <a:gd name="connsiteX2" fmla="*/ 23206 w 74972"/>
                  <a:gd name="connsiteY2" fmla="*/ 106263 h 125015"/>
                  <a:gd name="connsiteX3" fmla="*/ 74973 w 74972"/>
                  <a:gd name="connsiteY3" fmla="*/ 106263 h 125015"/>
                  <a:gd name="connsiteX4" fmla="*/ 74973 w 74972"/>
                  <a:gd name="connsiteY4" fmla="*/ 125016 h 125015"/>
                  <a:gd name="connsiteX5" fmla="*/ 893 w 74972"/>
                  <a:gd name="connsiteY5" fmla="*/ 125016 h 125015"/>
                  <a:gd name="connsiteX6" fmla="*/ 893 w 74972"/>
                  <a:gd name="connsiteY6" fmla="*/ 0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972" h="125015">
                    <a:moveTo>
                      <a:pt x="0" y="0"/>
                    </a:moveTo>
                    <a:lnTo>
                      <a:pt x="23206" y="0"/>
                    </a:lnTo>
                    <a:lnTo>
                      <a:pt x="23206" y="106263"/>
                    </a:lnTo>
                    <a:lnTo>
                      <a:pt x="74973" y="106263"/>
                    </a:lnTo>
                    <a:lnTo>
                      <a:pt x="74973" y="125016"/>
                    </a:lnTo>
                    <a:lnTo>
                      <a:pt x="893" y="125016"/>
                    </a:lnTo>
                    <a:lnTo>
                      <a:pt x="893" y="0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4" name="Freeform 15">
                <a:extLst>
                  <a:ext uri="{FF2B5EF4-FFF2-40B4-BE49-F238E27FC236}">
                    <a16:creationId xmlns:a16="http://schemas.microsoft.com/office/drawing/2014/main" id="{B9B2A043-B3F3-4081-A12B-2B0EC019D95D}"/>
                  </a:ext>
                </a:extLst>
              </p:cNvPr>
              <p:cNvSpPr/>
              <p:nvPr/>
            </p:nvSpPr>
            <p:spPr>
              <a:xfrm>
                <a:off x="6324558" y="1859605"/>
                <a:ext cx="94608" cy="125015"/>
              </a:xfrm>
              <a:custGeom>
                <a:avLst/>
                <a:gdLst>
                  <a:gd name="connsiteX0" fmla="*/ 35701 w 94608"/>
                  <a:gd name="connsiteY0" fmla="*/ 19645 h 125015"/>
                  <a:gd name="connsiteX1" fmla="*/ 0 w 94608"/>
                  <a:gd name="connsiteY1" fmla="*/ 19645 h 125015"/>
                  <a:gd name="connsiteX2" fmla="*/ 0 w 94608"/>
                  <a:gd name="connsiteY2" fmla="*/ 0 h 125015"/>
                  <a:gd name="connsiteX3" fmla="*/ 94609 w 94608"/>
                  <a:gd name="connsiteY3" fmla="*/ 0 h 125015"/>
                  <a:gd name="connsiteX4" fmla="*/ 94609 w 94608"/>
                  <a:gd name="connsiteY4" fmla="*/ 18752 h 125015"/>
                  <a:gd name="connsiteX5" fmla="*/ 58907 w 94608"/>
                  <a:gd name="connsiteY5" fmla="*/ 18752 h 125015"/>
                  <a:gd name="connsiteX6" fmla="*/ 58907 w 94608"/>
                  <a:gd name="connsiteY6" fmla="*/ 125016 h 125015"/>
                  <a:gd name="connsiteX7" fmla="*/ 35701 w 94608"/>
                  <a:gd name="connsiteY7" fmla="*/ 125016 h 125015"/>
                  <a:gd name="connsiteX8" fmla="*/ 35701 w 94608"/>
                  <a:gd name="connsiteY8" fmla="*/ 19645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4608" h="125015">
                    <a:moveTo>
                      <a:pt x="35701" y="19645"/>
                    </a:moveTo>
                    <a:lnTo>
                      <a:pt x="0" y="19645"/>
                    </a:lnTo>
                    <a:lnTo>
                      <a:pt x="0" y="0"/>
                    </a:lnTo>
                    <a:lnTo>
                      <a:pt x="94609" y="0"/>
                    </a:lnTo>
                    <a:lnTo>
                      <a:pt x="94609" y="18752"/>
                    </a:lnTo>
                    <a:lnTo>
                      <a:pt x="58907" y="18752"/>
                    </a:lnTo>
                    <a:lnTo>
                      <a:pt x="58907" y="125016"/>
                    </a:lnTo>
                    <a:lnTo>
                      <a:pt x="35701" y="125016"/>
                    </a:lnTo>
                    <a:lnTo>
                      <a:pt x="35701" y="19645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5" name="Freeform 16">
                <a:extLst>
                  <a:ext uri="{FF2B5EF4-FFF2-40B4-BE49-F238E27FC236}">
                    <a16:creationId xmlns:a16="http://schemas.microsoft.com/office/drawing/2014/main" id="{10195300-F6EE-4E14-BFBE-05E0FAE2F2B0}"/>
                  </a:ext>
                </a:extLst>
              </p:cNvPr>
              <p:cNvSpPr/>
              <p:nvPr/>
            </p:nvSpPr>
            <p:spPr>
              <a:xfrm>
                <a:off x="6430769" y="1859605"/>
                <a:ext cx="23205" cy="125015"/>
              </a:xfrm>
              <a:custGeom>
                <a:avLst/>
                <a:gdLst>
                  <a:gd name="connsiteX0" fmla="*/ 23206 w 23205"/>
                  <a:gd name="connsiteY0" fmla="*/ 0 h 125015"/>
                  <a:gd name="connsiteX1" fmla="*/ 23206 w 23205"/>
                  <a:gd name="connsiteY1" fmla="*/ 125016 h 125015"/>
                  <a:gd name="connsiteX2" fmla="*/ 0 w 23205"/>
                  <a:gd name="connsiteY2" fmla="*/ 125016 h 125015"/>
                  <a:gd name="connsiteX3" fmla="*/ 0 w 23205"/>
                  <a:gd name="connsiteY3" fmla="*/ 0 h 125015"/>
                  <a:gd name="connsiteX4" fmla="*/ 23206 w 23205"/>
                  <a:gd name="connsiteY4" fmla="*/ 0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05" h="125015">
                    <a:moveTo>
                      <a:pt x="23206" y="0"/>
                    </a:moveTo>
                    <a:lnTo>
                      <a:pt x="23206" y="125016"/>
                    </a:lnTo>
                    <a:lnTo>
                      <a:pt x="0" y="125016"/>
                    </a:lnTo>
                    <a:lnTo>
                      <a:pt x="0" y="0"/>
                    </a:lnTo>
                    <a:lnTo>
                      <a:pt x="23206" y="0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Freeform 17">
                <a:extLst>
                  <a:ext uri="{FF2B5EF4-FFF2-40B4-BE49-F238E27FC236}">
                    <a16:creationId xmlns:a16="http://schemas.microsoft.com/office/drawing/2014/main" id="{9957F0F1-249C-456D-84C3-D5AF7D8CB988}"/>
                  </a:ext>
                </a:extLst>
              </p:cNvPr>
              <p:cNvSpPr/>
              <p:nvPr/>
            </p:nvSpPr>
            <p:spPr>
              <a:xfrm>
                <a:off x="6476288" y="1859605"/>
                <a:ext cx="99071" cy="125015"/>
              </a:xfrm>
              <a:custGeom>
                <a:avLst/>
                <a:gdLst>
                  <a:gd name="connsiteX0" fmla="*/ 0 w 99071"/>
                  <a:gd name="connsiteY0" fmla="*/ 125016 h 125015"/>
                  <a:gd name="connsiteX1" fmla="*/ 0 w 99071"/>
                  <a:gd name="connsiteY1" fmla="*/ 0 h 125015"/>
                  <a:gd name="connsiteX2" fmla="*/ 25884 w 99071"/>
                  <a:gd name="connsiteY2" fmla="*/ 0 h 125015"/>
                  <a:gd name="connsiteX3" fmla="*/ 58015 w 99071"/>
                  <a:gd name="connsiteY3" fmla="*/ 53578 h 125015"/>
                  <a:gd name="connsiteX4" fmla="*/ 79436 w 99071"/>
                  <a:gd name="connsiteY4" fmla="*/ 95548 h 125015"/>
                  <a:gd name="connsiteX5" fmla="*/ 79436 w 99071"/>
                  <a:gd name="connsiteY5" fmla="*/ 95548 h 125015"/>
                  <a:gd name="connsiteX6" fmla="*/ 77650 w 99071"/>
                  <a:gd name="connsiteY6" fmla="*/ 43755 h 125015"/>
                  <a:gd name="connsiteX7" fmla="*/ 77650 w 99071"/>
                  <a:gd name="connsiteY7" fmla="*/ 0 h 125015"/>
                  <a:gd name="connsiteX8" fmla="*/ 99071 w 99071"/>
                  <a:gd name="connsiteY8" fmla="*/ 0 h 125015"/>
                  <a:gd name="connsiteX9" fmla="*/ 99071 w 99071"/>
                  <a:gd name="connsiteY9" fmla="*/ 125016 h 125015"/>
                  <a:gd name="connsiteX10" fmla="*/ 75865 w 99071"/>
                  <a:gd name="connsiteY10" fmla="*/ 125016 h 125015"/>
                  <a:gd name="connsiteX11" fmla="*/ 42842 w 99071"/>
                  <a:gd name="connsiteY11" fmla="*/ 69652 h 125015"/>
                  <a:gd name="connsiteX12" fmla="*/ 20528 w 99071"/>
                  <a:gd name="connsiteY12" fmla="*/ 26789 h 125015"/>
                  <a:gd name="connsiteX13" fmla="*/ 19636 w 99071"/>
                  <a:gd name="connsiteY13" fmla="*/ 26789 h 125015"/>
                  <a:gd name="connsiteX14" fmla="*/ 20528 w 99071"/>
                  <a:gd name="connsiteY14" fmla="*/ 80367 h 125015"/>
                  <a:gd name="connsiteX15" fmla="*/ 20528 w 99071"/>
                  <a:gd name="connsiteY15" fmla="*/ 125016 h 125015"/>
                  <a:gd name="connsiteX16" fmla="*/ 0 w 99071"/>
                  <a:gd name="connsiteY16" fmla="*/ 125016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071" h="125015">
                    <a:moveTo>
                      <a:pt x="0" y="125016"/>
                    </a:moveTo>
                    <a:lnTo>
                      <a:pt x="0" y="0"/>
                    </a:lnTo>
                    <a:lnTo>
                      <a:pt x="25884" y="0"/>
                    </a:lnTo>
                    <a:lnTo>
                      <a:pt x="58015" y="53578"/>
                    </a:lnTo>
                    <a:cubicBezTo>
                      <a:pt x="66048" y="67866"/>
                      <a:pt x="73188" y="82153"/>
                      <a:pt x="79436" y="95548"/>
                    </a:cubicBezTo>
                    <a:lnTo>
                      <a:pt x="79436" y="95548"/>
                    </a:lnTo>
                    <a:cubicBezTo>
                      <a:pt x="77650" y="78581"/>
                      <a:pt x="77650" y="62508"/>
                      <a:pt x="77650" y="43755"/>
                    </a:cubicBezTo>
                    <a:lnTo>
                      <a:pt x="77650" y="0"/>
                    </a:lnTo>
                    <a:lnTo>
                      <a:pt x="99071" y="0"/>
                    </a:lnTo>
                    <a:lnTo>
                      <a:pt x="99071" y="125016"/>
                    </a:lnTo>
                    <a:lnTo>
                      <a:pt x="75865" y="125016"/>
                    </a:lnTo>
                    <a:lnTo>
                      <a:pt x="42842" y="69652"/>
                    </a:lnTo>
                    <a:cubicBezTo>
                      <a:pt x="34809" y="56257"/>
                      <a:pt x="26776" y="41077"/>
                      <a:pt x="20528" y="26789"/>
                    </a:cubicBezTo>
                    <a:lnTo>
                      <a:pt x="19636" y="26789"/>
                    </a:lnTo>
                    <a:cubicBezTo>
                      <a:pt x="20528" y="42863"/>
                      <a:pt x="20528" y="59829"/>
                      <a:pt x="20528" y="80367"/>
                    </a:cubicBezTo>
                    <a:lnTo>
                      <a:pt x="20528" y="125016"/>
                    </a:lnTo>
                    <a:lnTo>
                      <a:pt x="0" y="125016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" name="Freeform 18">
                <a:extLst>
                  <a:ext uri="{FF2B5EF4-FFF2-40B4-BE49-F238E27FC236}">
                    <a16:creationId xmlns:a16="http://schemas.microsoft.com/office/drawing/2014/main" id="{4233E4C1-9445-421C-B2E1-0A65284F0ECE}"/>
                  </a:ext>
                </a:extLst>
              </p:cNvPr>
              <p:cNvSpPr/>
              <p:nvPr/>
            </p:nvSpPr>
            <p:spPr>
              <a:xfrm>
                <a:off x="6592318" y="1857819"/>
                <a:ext cx="107103" cy="128587"/>
              </a:xfrm>
              <a:custGeom>
                <a:avLst/>
                <a:gdLst>
                  <a:gd name="connsiteX0" fmla="*/ 107104 w 107103"/>
                  <a:gd name="connsiteY0" fmla="*/ 121444 h 128587"/>
                  <a:gd name="connsiteX1" fmla="*/ 66940 w 107103"/>
                  <a:gd name="connsiteY1" fmla="*/ 128587 h 128587"/>
                  <a:gd name="connsiteX2" fmla="*/ 17851 w 107103"/>
                  <a:gd name="connsiteY2" fmla="*/ 111621 h 128587"/>
                  <a:gd name="connsiteX3" fmla="*/ 0 w 107103"/>
                  <a:gd name="connsiteY3" fmla="*/ 65187 h 128587"/>
                  <a:gd name="connsiteX4" fmla="*/ 69618 w 107103"/>
                  <a:gd name="connsiteY4" fmla="*/ 0 h 128587"/>
                  <a:gd name="connsiteX5" fmla="*/ 102641 w 107103"/>
                  <a:gd name="connsiteY5" fmla="*/ 6251 h 128587"/>
                  <a:gd name="connsiteX6" fmla="*/ 97286 w 107103"/>
                  <a:gd name="connsiteY6" fmla="*/ 25003 h 128587"/>
                  <a:gd name="connsiteX7" fmla="*/ 68725 w 107103"/>
                  <a:gd name="connsiteY7" fmla="*/ 19645 h 128587"/>
                  <a:gd name="connsiteX8" fmla="*/ 23206 w 107103"/>
                  <a:gd name="connsiteY8" fmla="*/ 64294 h 128587"/>
                  <a:gd name="connsiteX9" fmla="*/ 66940 w 107103"/>
                  <a:gd name="connsiteY9" fmla="*/ 109835 h 128587"/>
                  <a:gd name="connsiteX10" fmla="*/ 83898 w 107103"/>
                  <a:gd name="connsiteY10" fmla="*/ 107156 h 128587"/>
                  <a:gd name="connsiteX11" fmla="*/ 83898 w 107103"/>
                  <a:gd name="connsiteY11" fmla="*/ 75902 h 128587"/>
                  <a:gd name="connsiteX12" fmla="*/ 61585 w 107103"/>
                  <a:gd name="connsiteY12" fmla="*/ 75902 h 128587"/>
                  <a:gd name="connsiteX13" fmla="*/ 61585 w 107103"/>
                  <a:gd name="connsiteY13" fmla="*/ 58043 h 128587"/>
                  <a:gd name="connsiteX14" fmla="*/ 106212 w 107103"/>
                  <a:gd name="connsiteY14" fmla="*/ 58043 h 128587"/>
                  <a:gd name="connsiteX15" fmla="*/ 106212 w 107103"/>
                  <a:gd name="connsiteY15" fmla="*/ 121444 h 128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7103" h="128587">
                    <a:moveTo>
                      <a:pt x="107104" y="121444"/>
                    </a:moveTo>
                    <a:cubicBezTo>
                      <a:pt x="99071" y="124123"/>
                      <a:pt x="83898" y="128587"/>
                      <a:pt x="66940" y="128587"/>
                    </a:cubicBezTo>
                    <a:cubicBezTo>
                      <a:pt x="45519" y="128587"/>
                      <a:pt x="29454" y="123230"/>
                      <a:pt x="17851" y="111621"/>
                    </a:cubicBezTo>
                    <a:cubicBezTo>
                      <a:pt x="7140" y="100905"/>
                      <a:pt x="0" y="84832"/>
                      <a:pt x="0" y="65187"/>
                    </a:cubicBezTo>
                    <a:cubicBezTo>
                      <a:pt x="0" y="25896"/>
                      <a:pt x="28561" y="0"/>
                      <a:pt x="69618" y="0"/>
                    </a:cubicBezTo>
                    <a:cubicBezTo>
                      <a:pt x="84791" y="0"/>
                      <a:pt x="97286" y="3572"/>
                      <a:pt x="102641" y="6251"/>
                    </a:cubicBezTo>
                    <a:lnTo>
                      <a:pt x="97286" y="25003"/>
                    </a:lnTo>
                    <a:cubicBezTo>
                      <a:pt x="90146" y="22324"/>
                      <a:pt x="82113" y="19645"/>
                      <a:pt x="68725" y="19645"/>
                    </a:cubicBezTo>
                    <a:cubicBezTo>
                      <a:pt x="41949" y="19645"/>
                      <a:pt x="23206" y="35719"/>
                      <a:pt x="23206" y="64294"/>
                    </a:cubicBezTo>
                    <a:cubicBezTo>
                      <a:pt x="23206" y="92869"/>
                      <a:pt x="41057" y="109835"/>
                      <a:pt x="66940" y="109835"/>
                    </a:cubicBezTo>
                    <a:cubicBezTo>
                      <a:pt x="74973" y="109835"/>
                      <a:pt x="81221" y="108942"/>
                      <a:pt x="83898" y="107156"/>
                    </a:cubicBezTo>
                    <a:lnTo>
                      <a:pt x="83898" y="75902"/>
                    </a:lnTo>
                    <a:lnTo>
                      <a:pt x="61585" y="75902"/>
                    </a:lnTo>
                    <a:lnTo>
                      <a:pt x="61585" y="58043"/>
                    </a:lnTo>
                    <a:lnTo>
                      <a:pt x="106212" y="58043"/>
                    </a:lnTo>
                    <a:lnTo>
                      <a:pt x="106212" y="121444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DED5698F-5D75-4CBD-A512-C4A064C8C3BA}"/>
                </a:ext>
              </a:extLst>
            </p:cNvPr>
            <p:cNvSpPr/>
            <p:nvPr/>
          </p:nvSpPr>
          <p:spPr>
            <a:xfrm>
              <a:off x="10835307" y="6421178"/>
              <a:ext cx="6420" cy="176644"/>
            </a:xfrm>
            <a:custGeom>
              <a:avLst/>
              <a:gdLst>
                <a:gd name="connsiteX0" fmla="*/ 0 w 7140"/>
                <a:gd name="connsiteY0" fmla="*/ 0 h 196453"/>
                <a:gd name="connsiteX1" fmla="*/ 7140 w 7140"/>
                <a:gd name="connsiteY1" fmla="*/ 0 h 196453"/>
                <a:gd name="connsiteX2" fmla="*/ 7140 w 7140"/>
                <a:gd name="connsiteY2" fmla="*/ 196453 h 196453"/>
                <a:gd name="connsiteX3" fmla="*/ 0 w 7140"/>
                <a:gd name="connsiteY3" fmla="*/ 196453 h 196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0" h="196453">
                  <a:moveTo>
                    <a:pt x="0" y="0"/>
                  </a:moveTo>
                  <a:lnTo>
                    <a:pt x="7140" y="0"/>
                  </a:lnTo>
                  <a:lnTo>
                    <a:pt x="7140" y="196453"/>
                  </a:lnTo>
                  <a:lnTo>
                    <a:pt x="0" y="196453"/>
                  </a:lnTo>
                  <a:close/>
                </a:path>
              </a:pathLst>
            </a:custGeom>
            <a:solidFill>
              <a:schemeClr val="accent4"/>
            </a:solidFill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12C90A3-1B6E-4278-9D84-03FB3F02AD00}"/>
              </a:ext>
            </a:extLst>
          </p:cNvPr>
          <p:cNvSpPr txBox="1"/>
          <p:nvPr userDrawn="1"/>
        </p:nvSpPr>
        <p:spPr>
          <a:xfrm>
            <a:off x="457200" y="6456088"/>
            <a:ext cx="2696251" cy="1398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fld id="{485CDEA9-8473-463C-A29A-2A08C6D47A5B}" type="slidenum">
              <a: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‹#›</a:t>
            </a:fld>
            <a:r>
              <a: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© Infosys </a:t>
            </a:r>
            <a:r>
              <a:rPr lang="en-US" sz="1000"/>
              <a:t>Consulting 2022</a:t>
            </a:r>
          </a:p>
        </p:txBody>
      </p:sp>
    </p:spTree>
    <p:extLst>
      <p:ext uri="{BB962C8B-B14F-4D97-AF65-F5344CB8AC3E}">
        <p14:creationId xmlns:p14="http://schemas.microsoft.com/office/powerpoint/2010/main" val="4116487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84" r:id="rId2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396" userDrawn="1">
          <p15:clr>
            <a:srgbClr val="F26B43"/>
          </p15:clr>
        </p15:guide>
        <p15:guide id="5" pos="28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  <p15:guide id="7" orient="horz" pos="7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337093244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347" imgH="346" progId="TCLayout.ActiveDocument.1">
                  <p:embed/>
                </p:oleObj>
              </mc:Choice>
              <mc:Fallback>
                <p:oleObj name="think-cell Slide" r:id="rId16" imgW="347" imgH="34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6281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D830AA-41FF-48ED-B3FB-C126D31D3451}" type="slidenum">
              <a:rPr lang="en-GB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GB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6"/>
          <p:cNvSpPr>
            <a:spLocks noChangeArrowheads="1"/>
          </p:cNvSpPr>
          <p:nvPr/>
        </p:nvSpPr>
        <p:spPr bwMode="auto">
          <a:xfrm>
            <a:off x="147693" y="3614281"/>
            <a:ext cx="4690236" cy="318229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48000" rIns="0" bIns="48000"/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  <a:defRPr/>
            </a:pPr>
            <a:endParaRPr lang="en-US" sz="1100" dirty="0">
              <a:solidFill>
                <a:srgbClr val="000000"/>
              </a:solidFill>
              <a:latin typeface="Arial" panose="020B0604020202020204" pitchFamily="34" charset="0"/>
              <a:ea typeface="Times New Roman" pitchFamily="16" charset="0"/>
              <a:cs typeface="Arial" panose="020B0604020202020204" pitchFamily="34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46808" y="2667530"/>
            <a:ext cx="4831147" cy="337718"/>
          </a:xfrm>
          <a:prstGeom prst="rect">
            <a:avLst/>
          </a:prstGeom>
          <a:solidFill>
            <a:schemeClr val="accent1"/>
          </a:solidFill>
          <a:ln>
            <a:noFill/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8000" rIns="0" bIns="48000"/>
          <a:lstStyle/>
          <a:p>
            <a:pPr algn="ctr" defTabSz="914377"/>
            <a:r>
              <a:rPr lang="en-US" altLang="en-US" sz="14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Background</a:t>
            </a:r>
            <a:endParaRPr lang="en-US" altLang="en-US" sz="1467" dirty="0">
              <a:solidFill>
                <a:srgbClr val="F15A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5151287" y="404522"/>
            <a:ext cx="7030626" cy="276250"/>
          </a:xfrm>
          <a:prstGeom prst="rect">
            <a:avLst/>
          </a:prstGeom>
          <a:solidFill>
            <a:schemeClr val="accent1"/>
          </a:solidFill>
          <a:ln>
            <a:noFill/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8000" rIns="0" bIns="48000"/>
          <a:lstStyle/>
          <a:p>
            <a:pPr algn="ctr" defTabSz="914377"/>
            <a:r>
              <a:rPr lang="en-US" sz="14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Skills</a:t>
            </a:r>
          </a:p>
        </p:txBody>
      </p:sp>
      <p:sp>
        <p:nvSpPr>
          <p:cNvPr id="33" name="Rectangle 3"/>
          <p:cNvSpPr>
            <a:spLocks noChangeArrowheads="1"/>
          </p:cNvSpPr>
          <p:nvPr/>
        </p:nvSpPr>
        <p:spPr bwMode="auto">
          <a:xfrm>
            <a:off x="5054368" y="2667222"/>
            <a:ext cx="7030626" cy="337718"/>
          </a:xfrm>
          <a:prstGeom prst="rect">
            <a:avLst/>
          </a:prstGeom>
          <a:solidFill>
            <a:schemeClr val="accent1"/>
          </a:solidFill>
          <a:ln>
            <a:noFill/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8000" rIns="0" bIns="48000"/>
          <a:lstStyle/>
          <a:p>
            <a:pPr algn="ctr" defTabSz="914377"/>
            <a:r>
              <a:rPr lang="en-US" sz="14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Brief Summary of Experience</a:t>
            </a:r>
          </a:p>
        </p:txBody>
      </p:sp>
      <p:sp>
        <p:nvSpPr>
          <p:cNvPr id="35" name="Rectangle 10"/>
          <p:cNvSpPr>
            <a:spLocks noChangeArrowheads="1"/>
          </p:cNvSpPr>
          <p:nvPr/>
        </p:nvSpPr>
        <p:spPr bwMode="auto">
          <a:xfrm>
            <a:off x="1960636" y="565722"/>
            <a:ext cx="3132433" cy="80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7367" tIns="48683" rIns="97367" bIns="48683">
            <a:spAutoFit/>
          </a:bodyPr>
          <a:lstStyle/>
          <a:p>
            <a:pPr defTabSz="781031" eaLnBrk="0" hangingPunct="0">
              <a:defRPr/>
            </a:pPr>
            <a:r>
              <a:rPr lang="en-US" b="1" kern="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DHRUV NIRMAL</a:t>
            </a:r>
          </a:p>
          <a:p>
            <a:pPr defTabSz="781031" eaLnBrk="0" hangingPunct="0">
              <a:defRPr/>
            </a:pPr>
            <a:r>
              <a:rPr lang="en-US" sz="1400" kern="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Experience: </a:t>
            </a:r>
            <a:r>
              <a:rPr lang="en-US" sz="1400" b="1" kern="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2+ Years</a:t>
            </a:r>
          </a:p>
          <a:p>
            <a:pPr defTabSz="781031" eaLnBrk="0" hangingPunct="0">
              <a:defRPr/>
            </a:pPr>
            <a:r>
              <a:rPr lang="en-US" sz="1400" kern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Project </a:t>
            </a:r>
            <a:r>
              <a:rPr lang="en-US" sz="1400" kern="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Roles: </a:t>
            </a:r>
            <a:r>
              <a:rPr lang="en-US" sz="1400" b="1" kern="0" dirty="0">
                <a:solidFill>
                  <a:srgbClr val="000000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Data Engineer</a:t>
            </a: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979EE980-14E3-4B67-BF11-5C9841D84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287" y="3257751"/>
            <a:ext cx="6815157" cy="3572757"/>
          </a:xfrm>
          <a:prstGeom prst="rect">
            <a:avLst/>
          </a:prstGeom>
          <a:solidFill>
            <a:sysClr val="window" lastClr="FFFFFF">
              <a:alpha val="0"/>
            </a:sysClr>
          </a:solidFill>
          <a:ln w="3175">
            <a:noFill/>
            <a:miter lim="800000"/>
            <a:headEnd/>
            <a:tailEnd/>
          </a:ln>
        </p:spPr>
        <p:txBody>
          <a:bodyPr lIns="0" tIns="48000" rIns="0" bIns="48000"/>
          <a:lstStyle/>
          <a:p>
            <a:pPr algn="just"/>
            <a:r>
              <a:rPr lang="en-US" sz="1100" b="1" dirty="0">
                <a:latin typeface="Arial Nova" panose="020B0504020202020204" pitchFamily="34" charset="0"/>
                <a:cs typeface="Arial" panose="020B0604020202020204" pitchFamily="34" charset="0"/>
              </a:rPr>
              <a:t>Experiences</a:t>
            </a:r>
            <a:r>
              <a:rPr lang="en-US" sz="1100" dirty="0">
                <a:latin typeface="Arial Nova" panose="020B0504020202020204" pitchFamily="34" charset="0"/>
                <a:cs typeface="Arial" panose="020B0604020202020204" pitchFamily="34" charset="0"/>
              </a:rPr>
              <a:t>:</a:t>
            </a:r>
          </a:p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tabLst/>
              <a:defRPr/>
            </a:pPr>
            <a:r>
              <a:rPr lang="en-US" sz="1050" dirty="0">
                <a:latin typeface="Arial Nova" panose="020B0504020202020204" pitchFamily="34" charset="0"/>
                <a:cs typeface="Arial" panose="020B0604020202020204" pitchFamily="34" charset="0"/>
              </a:rPr>
              <a:t>Experienced Data Engineer focused on building automated, reliable data pipelines and turning messy enterprise data into trusted analytics across multiple clients in a consulting environment. Skilled in end-to-end ETL, data validation, incremental refresh, and BI delivery. </a:t>
            </a:r>
            <a:br>
              <a:rPr lang="en-US" sz="1100" dirty="0">
                <a:latin typeface="Arial Nova" panose="020B0504020202020204" pitchFamily="34" charset="0"/>
                <a:cs typeface="Arial" panose="020B0604020202020204" pitchFamily="34" charset="0"/>
              </a:rPr>
            </a:br>
            <a:r>
              <a:rPr lang="en-US" sz="1100" b="1" dirty="0">
                <a:latin typeface="Arial Nova" panose="020B0504020202020204" pitchFamily="34" charset="0"/>
                <a:cs typeface="Arial" panose="020B0604020202020204" pitchFamily="34" charset="0"/>
              </a:rPr>
              <a:t>Roles &amp; Responsibilities:</a:t>
            </a:r>
          </a:p>
          <a:p>
            <a:pPr marL="180000" indent="-180000" algn="just" fontAlgn="base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050" dirty="0">
                <a:solidFill>
                  <a:prstClr val="black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Own end-to-end ETL pipelines for five enterprise clients - ingestion, validation, transformation and delivery - across 20+ automated pipelines in Python and advanced SQL.</a:t>
            </a:r>
          </a:p>
          <a:p>
            <a:pPr marL="180000" indent="-180000" algn="just" fontAlgn="base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050" dirty="0">
                <a:solidFill>
                  <a:prstClr val="black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Automated a 4-5 hour manual weekly process into a ~75-minute run over ~6 million invoice rows across 5 regions, using Microsoft Graph API ingestion into SQL Server.</a:t>
            </a:r>
          </a:p>
          <a:p>
            <a:pPr marL="180000" indent="-180000" algn="just" fontAlgn="base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050" dirty="0">
                <a:solidFill>
                  <a:prstClr val="black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Write advanced SQL and Python to clean, transform and categorise large datasets, including an ~11-12 thousand-rule categorisation layer with multi-language cleaning.</a:t>
            </a:r>
          </a:p>
          <a:p>
            <a:pPr marL="180000" indent="-180000" algn="just" fontAlgn="base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050" dirty="0">
                <a:solidFill>
                  <a:prstClr val="black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Design idempotent, incremental-refresh pipelines with automated validation (row, type and column checks) and failure alerting, ensuring reliable, reproducible re-runs.</a:t>
            </a:r>
          </a:p>
          <a:p>
            <a:pPr marL="180000" indent="-180000" algn="just" fontAlgn="base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050" dirty="0">
                <a:solidFill>
                  <a:prstClr val="black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Leading a self-service refresh app standardising one-click pipeline runs (full and incremental) across all 26 client accounts, maintained end to end in Git.</a:t>
            </a:r>
          </a:p>
          <a:p>
            <a:pPr marL="180000" indent="-180000" algn="just" fontAlgn="base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050" dirty="0">
                <a:solidFill>
                  <a:prstClr val="black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Built a scikit-learn spend classifier over a ~A$12B book, cutting a month of manual categorisation to a single day's run and rolling it out across accounts.</a:t>
            </a:r>
          </a:p>
          <a:p>
            <a:pPr marL="180000" indent="-180000" algn="just" fontAlgn="base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050" dirty="0">
                <a:solidFill>
                  <a:prstClr val="black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Built a distributed anomaly-detection pipeline in Databricks and PySpark, engineering scalable transformation layers and improving detection accuracy by ~20%.</a:t>
            </a:r>
          </a:p>
          <a:p>
            <a:pPr marL="180000" indent="-180000" algn="just" fontAlgn="base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1050" dirty="0">
                <a:solidFill>
                  <a:prstClr val="black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Deliver Power BI and Tableau dashboards giving stakeholders live visibility into spend, supplier performance and business KPIs.</a:t>
            </a:r>
            <a:endParaRPr lang="en-US" sz="11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032F5904-5B2D-4B06-AE45-12A8A75B7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612" y="2717569"/>
            <a:ext cx="6601433" cy="1145882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/>
        </p:spPr>
        <p:txBody>
          <a:bodyPr lIns="48000" tIns="48000" rIns="48000" bIns="48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09A7D331-DEF5-4A55-86A2-5EF5DBDBC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22213" y="714905"/>
            <a:ext cx="1539560" cy="1145882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  <a:effectLst/>
        </p:spPr>
        <p:txBody>
          <a:bodyPr lIns="48000" tIns="48000" rIns="48000" bIns="48000"/>
          <a:lstStyle/>
          <a:p>
            <a:pPr marR="0" lvl="0" algn="l" defTabSz="914377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anose="020B0604020202020204" pitchFamily="34" charset="-79"/>
                <a:ea typeface="MS PGothic" pitchFamily="34" charset="-128"/>
                <a:cs typeface="David" panose="020B0604020202020204" pitchFamily="34" charset="-79"/>
              </a:rPr>
              <a:t> </a:t>
            </a:r>
            <a:endParaRPr kumimoji="0" lang="en-US" sz="10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avid" panose="020B0604020202020204" pitchFamily="34" charset="-79"/>
              <a:ea typeface="MS PGothic" pitchFamily="34" charset="-128"/>
              <a:cs typeface="David" panose="020B0604020202020204" pitchFamily="34" charset="-79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02F75C9-1870-DD71-DA0C-D0FD0B830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72" y="1017830"/>
            <a:ext cx="4329872" cy="400489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lIns="0" tIns="48000" rIns="0" bIns="48000"/>
          <a:lstStyle/>
          <a:p>
            <a:pPr lvl="0"/>
            <a:endParaRPr lang="en-US" sz="1100" dirty="0">
              <a:solidFill>
                <a:srgbClr val="000000"/>
              </a:solidFill>
              <a:latin typeface="Arial" panose="020B0604020202020204" pitchFamily="34" charset="0"/>
              <a:ea typeface="Times New Roman" pitchFamily="16" charset="0"/>
              <a:cs typeface="Arial" panose="020B0604020202020204" pitchFamily="34" charset="0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133CB1F-4678-54DF-B934-5749F1B473B2}"/>
              </a:ext>
            </a:extLst>
          </p:cNvPr>
          <p:cNvCxnSpPr>
            <a:cxnSpLocks/>
          </p:cNvCxnSpPr>
          <p:nvPr/>
        </p:nvCxnSpPr>
        <p:spPr>
          <a:xfrm>
            <a:off x="2506596" y="1944348"/>
            <a:ext cx="0" cy="773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10">
            <a:extLst>
              <a:ext uri="{FF2B5EF4-FFF2-40B4-BE49-F238E27FC236}">
                <a16:creationId xmlns:a16="http://schemas.microsoft.com/office/drawing/2014/main" id="{FA63AF01-5F2F-B331-966C-9BE6F33C8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452" y="1768607"/>
            <a:ext cx="2481946" cy="960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7367" tIns="48683" rIns="97367" bIns="48683">
            <a:spAutoFit/>
          </a:bodyPr>
          <a:lstStyle/>
          <a:p>
            <a:pPr defTabSz="781031" eaLnBrk="0" hangingPunct="0">
              <a:defRPr/>
            </a:pPr>
            <a:r>
              <a:rPr lang="en-US" sz="1200" b="1" kern="0" dirty="0">
                <a:solidFill>
                  <a:schemeClr val="accent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Education / Certifications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Arial"/>
                <a:cs typeface="Arial"/>
              </a:rPr>
              <a:t>Master of Data Science, Monash University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b="1" kern="0" dirty="0">
                <a:solidFill>
                  <a:schemeClr val="accent1"/>
                </a:solidFill>
                <a:latin typeface="Arial Nova" panose="020B0504020202020204" pitchFamily="34" charset="0"/>
                <a:cs typeface="Arial" panose="020B0604020202020204" pitchFamily="34" charset="0"/>
              </a:rPr>
              <a:t>B.E., Thapar University</a:t>
            </a:r>
          </a:p>
          <a:p>
            <a:pPr defTabSz="781031" eaLnBrk="0" hangingPunct="0">
              <a:defRPr/>
            </a:pPr>
            <a:endParaRPr lang="en-US" sz="1100" kern="0" dirty="0">
              <a:solidFill>
                <a:srgbClr val="000000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EAACD4DE-C443-ED81-AEF2-1F2B35713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592" y="1810512"/>
            <a:ext cx="2331720" cy="841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36576" tIns="18288" rIns="18288" bIns="9144">
            <a:spAutoFit/>
          </a:bodyPr>
          <a:lstStyle/>
          <a:p>
            <a:pPr defTabSz="781031" eaLnBrk="0" hangingPunct="0">
              <a:lnSpc>
                <a:spcPct val="98000"/>
              </a:lnSpc>
              <a:spcAft>
                <a:spcPts val="100"/>
              </a:spcAft>
              <a:defRPr/>
            </a:pPr>
            <a:r>
              <a:rPr sz="1100" b="1">
                <a:solidFill>
                  <a:srgbClr val="222222"/>
                </a:solidFill>
                <a:latin typeface="Arial Nova"/>
              </a:rPr>
              <a:t>Key Skills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Arial Nova"/>
              </a:rPr>
              <a:t>Advanced SQL  </a:t>
            </a:r>
            <a:r>
              <a:rPr sz="950">
                <a:solidFill>
                  <a:srgbClr val="E8A000"/>
                </a:solidFill>
                <a:latin typeface="Arial Nova"/>
              </a:rPr>
              <a:t>★★★★★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Arial Nova"/>
              </a:rPr>
              <a:t>Python  </a:t>
            </a:r>
            <a:r>
              <a:rPr sz="950">
                <a:solidFill>
                  <a:srgbClr val="E8A000"/>
                </a:solidFill>
                <a:latin typeface="Arial Nova"/>
              </a:rPr>
              <a:t>★★★★</a:t>
            </a:r>
            <a:r>
              <a:rPr sz="950">
                <a:solidFill>
                  <a:srgbClr val="C2C8D0"/>
                </a:solidFill>
                <a:latin typeface="Arial Nova"/>
              </a:rPr>
              <a:t>☆</a:t>
            </a:r>
          </a:p>
          <a:p>
            <a: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2222"/>
                </a:solidFill>
                <a:latin typeface="Arial Nova"/>
              </a:rPr>
              <a:t>Tableau  </a:t>
            </a:r>
            <a:r>
              <a:rPr sz="950">
                <a:solidFill>
                  <a:srgbClr val="E8A000"/>
                </a:solidFill>
                <a:latin typeface="Arial Nova"/>
              </a:rPr>
              <a:t>★★★★★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0E77185-849D-8C97-8E93-D2362528BA4B}"/>
              </a:ext>
            </a:extLst>
          </p:cNvPr>
          <p:cNvGrpSpPr/>
          <p:nvPr/>
        </p:nvGrpSpPr>
        <p:grpSpPr>
          <a:xfrm>
            <a:off x="1396275" y="2078153"/>
            <a:ext cx="902533" cy="491913"/>
            <a:chOff x="1450247" y="1992470"/>
            <a:chExt cx="869690" cy="465082"/>
          </a:xfrm>
        </p:grpSpPr>
        <p:sp>
          <p:nvSpPr>
            <p:cNvPr id="17" name="Star: 5 Points 16">
              <a:extLst>
                <a:ext uri="{FF2B5EF4-FFF2-40B4-BE49-F238E27FC236}">
                  <a16:creationId xmlns:a16="http://schemas.microsoft.com/office/drawing/2014/main" id="{A106203D-8EDD-6FD7-35F8-9E4BD5945618}"/>
                </a:ext>
              </a:extLst>
            </p:cNvPr>
            <p:cNvSpPr/>
            <p:nvPr/>
          </p:nvSpPr>
          <p:spPr>
            <a:xfrm>
              <a:off x="1450247" y="1995908"/>
              <a:ext cx="75830" cy="71314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9" name="Star: 5 Points 18">
              <a:extLst>
                <a:ext uri="{FF2B5EF4-FFF2-40B4-BE49-F238E27FC236}">
                  <a16:creationId xmlns:a16="http://schemas.microsoft.com/office/drawing/2014/main" id="{69AAE5DE-98C2-642E-C418-8395CFEAC78D}"/>
                </a:ext>
              </a:extLst>
            </p:cNvPr>
            <p:cNvSpPr/>
            <p:nvPr/>
          </p:nvSpPr>
          <p:spPr>
            <a:xfrm>
              <a:off x="1646190" y="1995904"/>
              <a:ext cx="75830" cy="71314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" name="Star: 5 Points 20">
              <a:extLst>
                <a:ext uri="{FF2B5EF4-FFF2-40B4-BE49-F238E27FC236}">
                  <a16:creationId xmlns:a16="http://schemas.microsoft.com/office/drawing/2014/main" id="{120F78E5-5130-9A02-FEBE-18D5727FC56E}"/>
                </a:ext>
              </a:extLst>
            </p:cNvPr>
            <p:cNvSpPr/>
            <p:nvPr/>
          </p:nvSpPr>
          <p:spPr>
            <a:xfrm>
              <a:off x="1841171" y="1995903"/>
              <a:ext cx="75830" cy="71314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2" name="Star: 5 Points 21">
              <a:extLst>
                <a:ext uri="{FF2B5EF4-FFF2-40B4-BE49-F238E27FC236}">
                  <a16:creationId xmlns:a16="http://schemas.microsoft.com/office/drawing/2014/main" id="{639C2474-09D7-0490-1BFC-70DF939F56B9}"/>
                </a:ext>
              </a:extLst>
            </p:cNvPr>
            <p:cNvSpPr/>
            <p:nvPr/>
          </p:nvSpPr>
          <p:spPr>
            <a:xfrm>
              <a:off x="2234220" y="1992470"/>
              <a:ext cx="75830" cy="71314"/>
            </a:xfrm>
            <a:prstGeom prst="star5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3" name="Star: 5 Points 22">
              <a:extLst>
                <a:ext uri="{FF2B5EF4-FFF2-40B4-BE49-F238E27FC236}">
                  <a16:creationId xmlns:a16="http://schemas.microsoft.com/office/drawing/2014/main" id="{45A9F206-F6DF-57EB-194F-C635E0178A82}"/>
                </a:ext>
              </a:extLst>
            </p:cNvPr>
            <p:cNvSpPr/>
            <p:nvPr/>
          </p:nvSpPr>
          <p:spPr>
            <a:xfrm>
              <a:off x="1450247" y="2191939"/>
              <a:ext cx="75830" cy="71314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4" name="Star: 5 Points 23">
              <a:extLst>
                <a:ext uri="{FF2B5EF4-FFF2-40B4-BE49-F238E27FC236}">
                  <a16:creationId xmlns:a16="http://schemas.microsoft.com/office/drawing/2014/main" id="{EFA81B9B-7ED7-DD9B-032E-FF9E00A340C8}"/>
                </a:ext>
              </a:extLst>
            </p:cNvPr>
            <p:cNvSpPr/>
            <p:nvPr/>
          </p:nvSpPr>
          <p:spPr>
            <a:xfrm>
              <a:off x="1646190" y="2191935"/>
              <a:ext cx="75830" cy="71314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5" name="Star: 5 Points 24">
              <a:extLst>
                <a:ext uri="{FF2B5EF4-FFF2-40B4-BE49-F238E27FC236}">
                  <a16:creationId xmlns:a16="http://schemas.microsoft.com/office/drawing/2014/main" id="{E8E6832E-B5E8-40EC-831A-E8A547302624}"/>
                </a:ext>
              </a:extLst>
            </p:cNvPr>
            <p:cNvSpPr/>
            <p:nvPr/>
          </p:nvSpPr>
          <p:spPr>
            <a:xfrm>
              <a:off x="2234220" y="2188501"/>
              <a:ext cx="75830" cy="71314"/>
            </a:xfrm>
            <a:prstGeom prst="star5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6" name="Star: 5 Points 25">
              <a:extLst>
                <a:ext uri="{FF2B5EF4-FFF2-40B4-BE49-F238E27FC236}">
                  <a16:creationId xmlns:a16="http://schemas.microsoft.com/office/drawing/2014/main" id="{0826C186-BFFD-95C6-47F8-9EE6DA22B268}"/>
                </a:ext>
              </a:extLst>
            </p:cNvPr>
            <p:cNvSpPr/>
            <p:nvPr/>
          </p:nvSpPr>
          <p:spPr>
            <a:xfrm>
              <a:off x="1450247" y="2379106"/>
              <a:ext cx="75830" cy="71314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8" name="Star: 5 Points 27">
              <a:extLst>
                <a:ext uri="{FF2B5EF4-FFF2-40B4-BE49-F238E27FC236}">
                  <a16:creationId xmlns:a16="http://schemas.microsoft.com/office/drawing/2014/main" id="{3832CCE7-8B0C-C99D-3917-8E0D9893EB56}"/>
                </a:ext>
              </a:extLst>
            </p:cNvPr>
            <p:cNvSpPr/>
            <p:nvPr/>
          </p:nvSpPr>
          <p:spPr>
            <a:xfrm>
              <a:off x="1646190" y="2379102"/>
              <a:ext cx="75830" cy="71314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18E338C3-C53D-51C2-A546-1316F739CFE7}"/>
                </a:ext>
              </a:extLst>
            </p:cNvPr>
            <p:cNvSpPr/>
            <p:nvPr/>
          </p:nvSpPr>
          <p:spPr>
            <a:xfrm>
              <a:off x="1841171" y="2379101"/>
              <a:ext cx="75830" cy="71314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0" name="Star: 5 Points 29">
              <a:extLst>
                <a:ext uri="{FF2B5EF4-FFF2-40B4-BE49-F238E27FC236}">
                  <a16:creationId xmlns:a16="http://schemas.microsoft.com/office/drawing/2014/main" id="{C3B6FB3D-5E7F-C741-6681-2A94631797C2}"/>
                </a:ext>
              </a:extLst>
            </p:cNvPr>
            <p:cNvSpPr/>
            <p:nvPr/>
          </p:nvSpPr>
          <p:spPr>
            <a:xfrm>
              <a:off x="2244107" y="2386238"/>
              <a:ext cx="75830" cy="71314"/>
            </a:xfrm>
            <a:prstGeom prst="star5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6" name="Star: 5 Points 35">
              <a:extLst>
                <a:ext uri="{FF2B5EF4-FFF2-40B4-BE49-F238E27FC236}">
                  <a16:creationId xmlns:a16="http://schemas.microsoft.com/office/drawing/2014/main" id="{97D0CB08-5198-123C-57FA-D854162DCFFC}"/>
                </a:ext>
              </a:extLst>
            </p:cNvPr>
            <p:cNvSpPr/>
            <p:nvPr/>
          </p:nvSpPr>
          <p:spPr>
            <a:xfrm>
              <a:off x="1841168" y="2176128"/>
              <a:ext cx="75830" cy="71314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0" name="Star: 5 Points 39">
              <a:extLst>
                <a:ext uri="{FF2B5EF4-FFF2-40B4-BE49-F238E27FC236}">
                  <a16:creationId xmlns:a16="http://schemas.microsoft.com/office/drawing/2014/main" id="{C31E79AE-A01D-CBCF-E2FC-12BA05F2C753}"/>
                </a:ext>
              </a:extLst>
            </p:cNvPr>
            <p:cNvSpPr/>
            <p:nvPr/>
          </p:nvSpPr>
          <p:spPr>
            <a:xfrm flipH="1">
              <a:off x="2038850" y="2369407"/>
              <a:ext cx="75821" cy="71314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1" name="Star: 5 Points 40">
              <a:extLst>
                <a:ext uri="{FF2B5EF4-FFF2-40B4-BE49-F238E27FC236}">
                  <a16:creationId xmlns:a16="http://schemas.microsoft.com/office/drawing/2014/main" id="{95B41543-392B-79D3-38D8-4D92E2566CB3}"/>
                </a:ext>
              </a:extLst>
            </p:cNvPr>
            <p:cNvSpPr/>
            <p:nvPr/>
          </p:nvSpPr>
          <p:spPr>
            <a:xfrm>
              <a:off x="2044941" y="1994193"/>
              <a:ext cx="75830" cy="71314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728308B0-909D-8489-B577-8BADE0844DD6}"/>
              </a:ext>
            </a:extLst>
          </p:cNvPr>
          <p:cNvSpPr txBox="1"/>
          <p:nvPr/>
        </p:nvSpPr>
        <p:spPr>
          <a:xfrm>
            <a:off x="46808" y="2972290"/>
            <a:ext cx="483114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 dirty="0">
                <a:latin typeface="Arial Nova" panose="020B0504020202020204" pitchFamily="34" charset="0"/>
                <a:cs typeface="Arial" panose="020B0604020202020204" pitchFamily="34" charset="0"/>
              </a:rPr>
              <a:t>A skilled Data Engineer focused on building automated, reliable data pipelines, data validation, and business intelligence delivery.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F97CAC4-75C1-6C3C-64F5-BC9718B4F88A}"/>
              </a:ext>
            </a:extLst>
          </p:cNvPr>
          <p:cNvSpPr txBox="1"/>
          <p:nvPr/>
        </p:nvSpPr>
        <p:spPr>
          <a:xfrm>
            <a:off x="5038344" y="731520"/>
            <a:ext cx="6976872" cy="1874519"/>
          </a:xfrm>
          <a:prstGeom prst="rect">
            <a:avLst/>
          </a:prstGeom>
          <a:noFill/>
        </p:spPr>
        <p:txBody>
          <a:bodyPr wrap="square" tIns="18288" bIns="18288" lIns="45720" rIns="45720">
            <a:spAutoFit/>
          </a:bodyPr>
          <a:lstStyle/>
          <a:p>
            <a:pPr algn="just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900" b="1" dirty="0">
                <a:latin typeface="Arial Nova" panose="020B0504020202020204" pitchFamily="34" charset="0"/>
              </a:rPr>
              <a:t>Functional Skills:</a:t>
            </a:r>
            <a:endParaRPr lang="en-US" sz="1050" dirty="0">
              <a:latin typeface="Arial Nova" panose="020B0504020202020204" pitchFamily="34" charset="0"/>
            </a:endParaRPr>
          </a:p>
          <a:p>
            <a:pPr algn="just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900" dirty="0">
                <a:latin typeface="Arial Nova" panose="020B0504020202020204" pitchFamily="34" charset="0"/>
              </a:rPr>
              <a:t>Data Pipeline Design, Requirements Gathering, Stakeholder Management, Process Automation, Data Quality Assurance, Client Delivery</a:t>
            </a:r>
          </a:p>
          <a:p>
            <a:pPr algn="just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900" b="1" dirty="0">
                <a:latin typeface="Arial Nova" panose="020B0504020202020204" pitchFamily="34" charset="0"/>
              </a:rPr>
              <a:t>Technical Skills:</a:t>
            </a:r>
            <a:endParaRPr lang="en-US" sz="1050" dirty="0">
              <a:latin typeface="Arial Nova" panose="020B0504020202020204" pitchFamily="34" charset="0"/>
            </a:endParaRPr>
          </a:p>
          <a:p>
            <a:pPr algn="just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900" b="1" dirty="0">
                <a:latin typeface="Arial Nova" panose="020B0504020202020204" pitchFamily="34" charset="0"/>
              </a:rPr>
              <a:t>Languages &amp; Pipelines: </a:t>
            </a:r>
            <a:r>
              <a:rPr lang="en-US" sz="900" dirty="0">
                <a:latin typeface="Arial Nova" panose="020B0504020202020204" pitchFamily="34" charset="0"/>
              </a:rPr>
              <a:t>Python (Pandas, NumPy), Advanced SQL, ETL Design, Full &amp; Incremental Refresh, Batch Automation</a:t>
            </a:r>
            <a:r>
              <a:rPr lang="en-US" sz="900" dirty="0" err="1">
                <a:latin typeface="Arial Nova" panose="020B0504020202020204" pitchFamily="34" charset="0"/>
              </a:rPr>
              <a:t/>
            </a:r>
            <a:r>
              <a:rPr lang="en-US" sz="900" dirty="0">
                <a:latin typeface="Arial Nova" panose="020B0504020202020204" pitchFamily="34" charset="0"/>
              </a:rPr>
              <a:t/>
            </a:r>
          </a:p>
          <a:p>
            <a:pPr algn="just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900" b="1" dirty="0">
                <a:latin typeface="Arial Nova" panose="020B0504020202020204" pitchFamily="34" charset="0"/>
              </a:rPr>
              <a:t>Big Data &amp; Distributed</a:t>
            </a:r>
            <a:r>
              <a:rPr lang="en-US" sz="900" dirty="0">
                <a:latin typeface="Arial Nova" panose="020B0504020202020204" pitchFamily="34" charset="0"/>
              </a:rPr>
              <a:t>: Databricks, PySpark, Snowflake, KNIME</a:t>
            </a:r>
          </a:p>
          <a:p>
            <a:pPr algn="just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900" b="1" dirty="0">
                <a:latin typeface="Arial Nova" panose="020B0504020202020204" pitchFamily="34" charset="0"/>
              </a:rPr>
              <a:t>Cloud &amp; Orchestration: </a:t>
            </a:r>
            <a:r>
              <a:rPr lang="en-US" sz="900" dirty="0">
                <a:latin typeface="Arial Nova" panose="020B0504020202020204" pitchFamily="34" charset="0"/>
              </a:rPr>
              <a:t>Azure (Graph API), AWS (S3, EC2, IAM, Lambda, Glue), Terraform, Docker</a:t>
            </a:r>
          </a:p>
          <a:p>
            <a:pPr algn="just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900" b="1" dirty="0">
                <a:latin typeface="Arial Nova" panose="020B0504020202020204" pitchFamily="34" charset="0"/>
              </a:rPr>
              <a:t>Version Control &amp; Data Quality: </a:t>
            </a:r>
            <a:r>
              <a:rPr lang="en-US" sz="900" dirty="0">
                <a:latin typeface="Arial Nova" panose="020B0504020202020204" pitchFamily="34" charset="0"/>
              </a:rPr>
              <a:t>Git, Automated Validation, Reproducible Pipelines</a:t>
            </a:r>
          </a:p>
          <a:p>
            <a:pPr algn="just">
              <a:lnSpc>
                <a:spcPct val="94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900" b="1" dirty="0">
                <a:latin typeface="Arial Nova" panose="020B0504020202020204" pitchFamily="34" charset="0"/>
              </a:rPr>
              <a:t>BI &amp; Reporting: </a:t>
            </a:r>
            <a:r>
              <a:rPr lang="en-US" sz="900" dirty="0">
                <a:latin typeface="Arial Nova" panose="020B0504020202020204" pitchFamily="34" charset="0"/>
              </a:rPr>
              <a:t>Power BI, Tableau, Dashboard Design, KPI Reporting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5EBA169-667C-740D-831F-95D6A64F3B12}"/>
              </a:ext>
            </a:extLst>
          </p:cNvPr>
          <p:cNvSpPr txBox="1"/>
          <p:nvPr/>
        </p:nvSpPr>
        <p:spPr>
          <a:xfrm>
            <a:off x="33879" y="3372430"/>
            <a:ext cx="5003594" cy="3485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50" b="1" dirty="0">
                <a:latin typeface="Arial Nova" panose="020B0504020202020204" pitchFamily="34" charset="0"/>
              </a:rPr>
              <a:t>Professional Experience:</a:t>
            </a:r>
          </a:p>
          <a:p>
            <a:pPr algn="just"/>
            <a:endParaRPr lang="en-US" sz="1050" dirty="0">
              <a:latin typeface="Arial Nova" panose="020B05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 Nova" panose="020B0504020202020204" pitchFamily="34" charset="0"/>
              </a:rPr>
              <a:t>Data Engineer, PI Data Analytics (Comprara Group)</a:t>
            </a:r>
            <a:r>
              <a:rPr lang="en-US" sz="1050" dirty="0">
                <a:latin typeface="Arial Nova" panose="020B0504020202020204" pitchFamily="34" charset="0"/>
              </a:rPr>
              <a:t>: Own end-to-end pipelines for five enterprise clients - ingestion, validation, transformation and delivery - building and maintaining 20+ automated ETL pipelines in Python and advanced SQL.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 Nova" panose="020B0504020202020204" pitchFamily="34" charset="0"/>
              </a:rPr>
              <a:t>Flagship Pipeline</a:t>
            </a:r>
            <a:r>
              <a:rPr lang="en-US" sz="1050" dirty="0">
                <a:latin typeface="Arial Nova" panose="020B0504020202020204" pitchFamily="34" charset="0"/>
              </a:rPr>
              <a:t>: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Replaced a 4-5 hour manual weekly process with a ~75-minute automated run over ~6 million invoice rows across 5 regions, via Microsoft Graph API ingestion and automated validation.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Leading a company-wide self-service app that turns each client refresh into one click across all 26 accounts, with full and incremental runs, maintained end to end in Git.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Built a Python and scikit-learn classifier over a ~A$12B spend book, cutting a month of manual categorisation to a single day's run, then reused across client accounts.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Built a distributed anomaly-detection pipeline in Databricks with PySpark during an internship (VCDI), improving detection accuracy by ~20%.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Design idempotent, incremental-refresh pipelines with automated validation - row, type and column checks - and failure alerting for safe re-runs.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Built and maintained 16+ Tableau dashboards and a Power BI solution giving procurement and finance stakeholders live visibility into spend and KPIs.</a:t>
            </a: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88F4BC2F-A4B9-86D7-1392-094536B34537}"/>
              </a:ext>
            </a:extLst>
          </p:cNvPr>
          <p:cNvSpPr/>
          <p:nvPr/>
        </p:nvSpPr>
        <p:spPr>
          <a:xfrm>
            <a:off x="2015283" y="2286396"/>
            <a:ext cx="78694" cy="75428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5" name="Rectangle 84"/>
          <p:cNvSpPr/>
          <p:nvPr/>
        </p:nvSpPr>
        <p:spPr>
          <a:xfrm>
            <a:off x="209411" y="79707"/>
            <a:ext cx="1390207" cy="1769660"/>
          </a:xfrm>
          <a:prstGeom prst="rect">
            <a:avLst/>
          </a:prstGeom>
          <a:solidFill>
            <a:srgbClr val="E9ECEF"/>
          </a:solidFill>
          <a:ln w="9525">
            <a:solidFill>
              <a:srgbClr val="ADB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6C757D"/>
                </a:solidFill>
                <a:latin typeface="Arial Nova"/>
              </a:rPr>
              <a:t>Insert
photo</a:t>
            </a:r>
          </a:p>
        </p:txBody>
      </p:sp>
    </p:spTree>
    <p:extLst>
      <p:ext uri="{BB962C8B-B14F-4D97-AF65-F5344CB8AC3E}">
        <p14:creationId xmlns:p14="http://schemas.microsoft.com/office/powerpoint/2010/main" val="953047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EXT" val="{Short Title}     © Infosys Consulting {Creation date:yyyy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EXT" val="{Short Title}     © Infosys Consulting {Creation date:yyyy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vEW5JJKQ2epoxpOxp.4D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EXT" val="{Short Title}     © Infosys Consulting {Creation date:yyyy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EXT" val="{Short Title}     © Infosys Consulting {Creation date:yyyy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EXT" val="{Short Title}     © Infosys Consulting {Creation date:yyyy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EXT" val="{Short Title}     © Infosys Consulting {Creation date:yyyy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EXT" val="{Short Title}     © Infosys Consulting {Creation date:yyyy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EXT" val="{Short Title}     © Infosys Consulting {Creation date:yyyy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EXT" val="{Short Title}     © Infosys Consulting {Creation date:yyyy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EXT" val="{Short Title}     © Infosys Consulting {Creation date:yyyy}"/>
</p:tagLst>
</file>

<file path=ppt/theme/theme1.xml><?xml version="1.0" encoding="utf-8"?>
<a:theme xmlns:a="http://schemas.openxmlformats.org/drawingml/2006/main" name="Blue Cover Dividers">
  <a:themeElements>
    <a:clrScheme name="Infosys Playbook">
      <a:dk1>
        <a:srgbClr val="3F403F"/>
      </a:dk1>
      <a:lt1>
        <a:srgbClr val="FFFFFF"/>
      </a:lt1>
      <a:dk2>
        <a:srgbClr val="3F403E"/>
      </a:dk2>
      <a:lt2>
        <a:srgbClr val="E7E6E6"/>
      </a:lt2>
      <a:accent1>
        <a:srgbClr val="017BC2"/>
      </a:accent1>
      <a:accent2>
        <a:srgbClr val="A6A9AC"/>
      </a:accent2>
      <a:accent3>
        <a:srgbClr val="A5A5A5"/>
      </a:accent3>
      <a:accent4>
        <a:srgbClr val="6C6E71"/>
      </a:accent4>
      <a:accent5>
        <a:srgbClr val="3698DA"/>
      </a:accent5>
      <a:accent6>
        <a:srgbClr val="F05927"/>
      </a:accent6>
      <a:hlink>
        <a:srgbClr val="017BC2"/>
      </a:hlink>
      <a:folHlink>
        <a:srgbClr val="F0592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tIns="91440" bIns="91440" rtlCol="0">
        <a:noAutofit/>
      </a:bodyPr>
      <a:lstStyle>
        <a:defPPr algn="l">
          <a:defRPr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eneral Slides">
  <a:themeElements>
    <a:clrScheme name="Infosys">
      <a:dk1>
        <a:srgbClr val="404040"/>
      </a:dk1>
      <a:lt1>
        <a:srgbClr val="FFFFFF"/>
      </a:lt1>
      <a:dk2>
        <a:srgbClr val="182534"/>
      </a:dk2>
      <a:lt2>
        <a:srgbClr val="FFFFFF"/>
      </a:lt2>
      <a:accent1>
        <a:srgbClr val="007CC3"/>
      </a:accent1>
      <a:accent2>
        <a:srgbClr val="3699DA"/>
      </a:accent2>
      <a:accent3>
        <a:srgbClr val="A7A9AC"/>
      </a:accent3>
      <a:accent4>
        <a:srgbClr val="6D6E71"/>
      </a:accent4>
      <a:accent5>
        <a:srgbClr val="F15A28"/>
      </a:accent5>
      <a:accent6>
        <a:srgbClr val="182534"/>
      </a:accent6>
      <a:hlink>
        <a:srgbClr val="007CC3"/>
      </a:hlink>
      <a:folHlink>
        <a:srgbClr val="7030A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3"/>
          </a:solidFill>
        </a:ln>
        <a:effectLst>
          <a:outerShdw blurRad="50800" dir="5400000" algn="ctr" rotWithShape="0">
            <a:srgbClr val="000000">
              <a:alpha val="20000"/>
            </a:srgbClr>
          </a:outerShdw>
        </a:effectLst>
      </a:spPr>
      <a:bodyPr lIns="182880" tIns="182880" rIns="182880" rtlCol="0" anchor="t"/>
      <a:lstStyle>
        <a:defPPr algn="l">
          <a:spcBef>
            <a:spcPts val="600"/>
          </a:spcBef>
          <a:spcAft>
            <a:spcPts val="600"/>
          </a:spcAft>
          <a:defRPr sz="16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rgbClr val="FFFFFF"/>
        </a:solidFill>
        <a:ln>
          <a:solidFill>
            <a:schemeClr val="accent3"/>
          </a:solidFill>
        </a:ln>
        <a:effectLst/>
      </a:spPr>
      <a:bodyPr vert="horz" wrap="square" tIns="91440" bIns="91440" rtlCol="0">
        <a:noAutofit/>
      </a:bodyPr>
      <a:lstStyle>
        <a:defPPr marL="285750" indent="-285750" algn="l">
          <a:lnSpc>
            <a:spcPct val="114000"/>
          </a:lnSpc>
          <a:buFont typeface="Arial" panose="020B0604020202020204" pitchFamily="34" charset="0"/>
          <a:buChar char="•"/>
          <a:defRPr sz="1400" dirty="0" smtClean="0">
            <a:solidFill>
              <a:srgbClr val="404040"/>
            </a:solidFill>
            <a:latin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nfosys_Consulting_Short_Bios_2022.potm" id="{1BFD9F96-C1AF-47AE-AE53-4ED1EC4211F1}" vid="{F8F5DA3B-C64F-43D3-9991-D17DFC4540C3}"/>
    </a:ext>
  </a:extLst>
</a:theme>
</file>

<file path=ppt/theme/theme3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2d1ce2-affa-4e46-bd06-878f6f1fa7d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6B76B16ED699468C595DC9AB7AC4A3" ma:contentTypeVersion="17" ma:contentTypeDescription="Create a new document." ma:contentTypeScope="" ma:versionID="890a5a9fb44b37d6e122fc2445862a40">
  <xsd:schema xmlns:xsd="http://www.w3.org/2001/XMLSchema" xmlns:xs="http://www.w3.org/2001/XMLSchema" xmlns:p="http://schemas.microsoft.com/office/2006/metadata/properties" xmlns:ns3="a06b874f-a754-4514-bcee-95a10f7c4662" xmlns:ns4="f92d1ce2-affa-4e46-bd06-878f6f1fa7d6" targetNamespace="http://schemas.microsoft.com/office/2006/metadata/properties" ma:root="true" ma:fieldsID="05a1a5b81eb34facaf9384fcf0dca744" ns3:_="" ns4:_="">
    <xsd:import namespace="a06b874f-a754-4514-bcee-95a10f7c4662"/>
    <xsd:import namespace="f92d1ce2-affa-4e46-bd06-878f6f1fa7d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SearchProperties" minOccurs="0"/>
                <xsd:element ref="ns4:MediaServiceSystemTags" minOccurs="0"/>
                <xsd:element ref="ns4:MediaServiceDateTaken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6b874f-a754-4514-bcee-95a10f7c466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2d1ce2-affa-4e46-bd06-878f6f1fa7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0DE3455-5EEA-40C4-860C-BE13E6472520}">
  <ds:schemaRefs>
    <ds:schemaRef ds:uri="http://www.w3.org/XML/1998/namespace"/>
    <ds:schemaRef ds:uri="http://purl.org/dc/terms/"/>
    <ds:schemaRef ds:uri="http://schemas.openxmlformats.org/package/2006/metadata/core-properties"/>
    <ds:schemaRef ds:uri="f92d1ce2-affa-4e46-bd06-878f6f1fa7d6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a06b874f-a754-4514-bcee-95a10f7c4662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B9B207E-6925-42A0-B1E5-6C22958332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6b874f-a754-4514-bcee-95a10f7c4662"/>
    <ds:schemaRef ds:uri="f92d1ce2-affa-4e46-bd06-878f6f1fa7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70DD875-D9A9-4E0F-AF57-DC3DD59A5AA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11600</TotalTime>
  <Words>548</Words>
  <Application>Microsoft Office PowerPoint</Application>
  <PresentationFormat>Widescreen</PresentationFormat>
  <Paragraphs>44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Arial</vt:lpstr>
      <vt:lpstr>Arial Black</vt:lpstr>
      <vt:lpstr>Arial Nova</vt:lpstr>
      <vt:lpstr>Calibri</vt:lpstr>
      <vt:lpstr>Courier New</vt:lpstr>
      <vt:lpstr>David</vt:lpstr>
      <vt:lpstr>Wingdings</vt:lpstr>
      <vt:lpstr>Blue Cover Dividers</vt:lpstr>
      <vt:lpstr>General Slides</vt:lpstr>
      <vt:lpstr>1_Office Theme</vt:lpstr>
      <vt:lpstr>think-cell Slide</vt:lpstr>
      <vt:lpstr>PowerPoint Presentation</vt:lpstr>
    </vt:vector>
  </TitlesOfParts>
  <Company>Infosys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 Hamid</dc:creator>
  <cp:lastModifiedBy>Kamal Singh</cp:lastModifiedBy>
  <cp:revision>17</cp:revision>
  <dcterms:created xsi:type="dcterms:W3CDTF">2023-02-24T03:27:31Z</dcterms:created>
  <dcterms:modified xsi:type="dcterms:W3CDTF">2025-06-25T13:29:51Z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0819fa7-4367-4500-ba88-dd630d977609_Enabled">
    <vt:lpwstr>true</vt:lpwstr>
  </property>
  <property fmtid="{D5CDD505-2E9C-101B-9397-08002B2CF9AE}" pid="3" name="MSIP_Label_a0819fa7-4367-4500-ba88-dd630d977609_SetDate">
    <vt:lpwstr>2023-02-24T03:27:31Z</vt:lpwstr>
  </property>
  <property fmtid="{D5CDD505-2E9C-101B-9397-08002B2CF9AE}" pid="4" name="MSIP_Label_a0819fa7-4367-4500-ba88-dd630d977609_Method">
    <vt:lpwstr>Standard</vt:lpwstr>
  </property>
  <property fmtid="{D5CDD505-2E9C-101B-9397-08002B2CF9AE}" pid="5" name="MSIP_Label_a0819fa7-4367-4500-ba88-dd630d977609_Name">
    <vt:lpwstr>a0819fa7-4367-4500-ba88-dd630d977609</vt:lpwstr>
  </property>
  <property fmtid="{D5CDD505-2E9C-101B-9397-08002B2CF9AE}" pid="6" name="MSIP_Label_a0819fa7-4367-4500-ba88-dd630d977609_SiteId">
    <vt:lpwstr>63ce7d59-2f3e-42cd-a8cc-be764cff5eb6</vt:lpwstr>
  </property>
  <property fmtid="{D5CDD505-2E9C-101B-9397-08002B2CF9AE}" pid="7" name="MSIP_Label_a0819fa7-4367-4500-ba88-dd630d977609_ActionId">
    <vt:lpwstr>9f9f0dd2-9598-4731-bdc3-3e63ff7dd334</vt:lpwstr>
  </property>
  <property fmtid="{D5CDD505-2E9C-101B-9397-08002B2CF9AE}" pid="8" name="MSIP_Label_a0819fa7-4367-4500-ba88-dd630d977609_ContentBits">
    <vt:lpwstr>0</vt:lpwstr>
  </property>
  <property fmtid="{D5CDD505-2E9C-101B-9397-08002B2CF9AE}" pid="9" name="ContentTypeId">
    <vt:lpwstr>0x0101003E6B76B16ED699468C595DC9AB7AC4A3</vt:lpwstr>
  </property>
  <property fmtid="{D5CDD505-2E9C-101B-9397-08002B2CF9AE}" pid="10" name="TitusGUID">
    <vt:lpwstr>f320efa8-57eb-45e0-8cf6-6948c434f6b0</vt:lpwstr>
  </property>
  <property fmtid="{D5CDD505-2E9C-101B-9397-08002B2CF9AE}" pid="11" name="HCLClassD6">
    <vt:lpwstr>False</vt:lpwstr>
  </property>
  <property fmtid="{D5CDD505-2E9C-101B-9397-08002B2CF9AE}" pid="12" name="HCLClassification">
    <vt:lpwstr>HCL_Cla5s_P3rs0nalUs3</vt:lpwstr>
  </property>
</Properties>
</file>